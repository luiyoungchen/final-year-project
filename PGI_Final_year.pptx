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3.xml" ContentType="application/vnd.openxmlformats-officedocument.presentationml.notesSlide+xml"/>
  <Override PartName="/ppt/tags/tag1.xml" ContentType="application/vnd.openxmlformats-officedocument.presentationml.tags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4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71" r:id="rId3"/>
    <p:sldId id="257" r:id="rId4"/>
    <p:sldId id="272" r:id="rId5"/>
    <p:sldId id="258" r:id="rId6"/>
    <p:sldId id="268" r:id="rId7"/>
    <p:sldId id="274" r:id="rId8"/>
    <p:sldId id="265" r:id="rId9"/>
    <p:sldId id="259" r:id="rId10"/>
    <p:sldId id="267" r:id="rId11"/>
    <p:sldId id="269" r:id="rId12"/>
    <p:sldId id="260" r:id="rId13"/>
    <p:sldId id="261" r:id="rId14"/>
    <p:sldId id="262" r:id="rId15"/>
    <p:sldId id="263" r:id="rId16"/>
    <p:sldId id="264" r:id="rId17"/>
    <p:sldId id="273" r:id="rId18"/>
  </p:sldIdLst>
  <p:sldSz cx="14630400" cy="8229600"/>
  <p:notesSz cx="8229600" cy="14630400"/>
  <p:embeddedFontLst>
    <p:embeddedFont>
      <p:font typeface="Aptos Narrow" panose="020B0004020202020204" pitchFamily="34" charset="0"/>
      <p:regular r:id="rId20"/>
      <p:bold r:id="rId21"/>
      <p:italic r:id="rId22"/>
      <p:boldItalic r:id="rId23"/>
    </p:embeddedFont>
    <p:embeddedFont>
      <p:font typeface="Bodoni MT" panose="02070603080606020203" pitchFamily="18" charset="0"/>
      <p:regular r:id="rId24"/>
      <p:bold r:id="rId25"/>
      <p:italic r:id="rId26"/>
      <p:boldItalic r:id="rId27"/>
    </p:embeddedFont>
    <p:embeddedFont>
      <p:font typeface="Inter" panose="020B0604020202020204" charset="0"/>
      <p:regular r:id="rId28"/>
      <p:bold r:id="rId2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72" y="1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4243555-C758-42CA-A422-090E8D3F3FCC}" type="doc">
      <dgm:prSet loTypeId="urn:microsoft.com/office/officeart/2005/8/layout/hList9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DDA54E97-9103-4927-9130-BCCF04A21786}">
      <dgm:prSet phldrT="[Text]" phldr="0"/>
      <dgm:spPr/>
      <dgm:t>
        <a:bodyPr/>
        <a:lstStyle/>
        <a:p>
          <a:r>
            <a:rPr lang="en-US" dirty="0"/>
            <a:t>1</a:t>
          </a:r>
          <a:r>
            <a:rPr lang="en-US" baseline="30000" dirty="0"/>
            <a:t>st</a:t>
          </a:r>
          <a:r>
            <a:rPr lang="en-US" dirty="0"/>
            <a:t> </a:t>
          </a:r>
          <a:endParaRPr lang="en-IN" dirty="0"/>
        </a:p>
      </dgm:t>
    </dgm:pt>
    <dgm:pt modelId="{58998B40-95F0-4C8B-9F0D-E0AA3ED2C044}" type="parTrans" cxnId="{048FA386-8AB7-46E5-89FC-170E661FA5A9}">
      <dgm:prSet/>
      <dgm:spPr/>
      <dgm:t>
        <a:bodyPr/>
        <a:lstStyle/>
        <a:p>
          <a:endParaRPr lang="en-IN"/>
        </a:p>
      </dgm:t>
    </dgm:pt>
    <dgm:pt modelId="{1A02BD7E-2349-4728-88D9-A1B9EB52B524}" type="sibTrans" cxnId="{048FA386-8AB7-46E5-89FC-170E661FA5A9}">
      <dgm:prSet/>
      <dgm:spPr/>
      <dgm:t>
        <a:bodyPr/>
        <a:lstStyle/>
        <a:p>
          <a:endParaRPr lang="en-IN"/>
        </a:p>
      </dgm:t>
    </dgm:pt>
    <dgm:pt modelId="{9778BECD-B430-41E4-9895-93E5B1DC1507}">
      <dgm:prSet phldrT="[Text]" phldr="0" custT="1"/>
      <dgm:spPr/>
      <dgm:t>
        <a:bodyPr/>
        <a:lstStyle/>
        <a:p>
          <a:r>
            <a:rPr lang="en-US" sz="3200" dirty="0"/>
            <a:t>Overview</a:t>
          </a:r>
          <a:endParaRPr lang="en-IN" sz="3200" dirty="0"/>
        </a:p>
      </dgm:t>
    </dgm:pt>
    <dgm:pt modelId="{E0312018-DF9D-401C-80DE-7B15EF4B2C56}" type="parTrans" cxnId="{2C5F75CA-52EA-4060-95EE-5D6BA09A2BCE}">
      <dgm:prSet/>
      <dgm:spPr/>
      <dgm:t>
        <a:bodyPr/>
        <a:lstStyle/>
        <a:p>
          <a:endParaRPr lang="en-IN"/>
        </a:p>
      </dgm:t>
    </dgm:pt>
    <dgm:pt modelId="{2481B23B-38D9-4230-9D57-A77CA76E1D00}" type="sibTrans" cxnId="{2C5F75CA-52EA-4060-95EE-5D6BA09A2BCE}">
      <dgm:prSet/>
      <dgm:spPr/>
      <dgm:t>
        <a:bodyPr/>
        <a:lstStyle/>
        <a:p>
          <a:endParaRPr lang="en-IN"/>
        </a:p>
      </dgm:t>
    </dgm:pt>
    <dgm:pt modelId="{3185BD58-F012-4842-853F-4B84FD0AF530}">
      <dgm:prSet phldrT="[Text]" custT="1"/>
      <dgm:spPr/>
      <dgm:t>
        <a:bodyPr/>
        <a:lstStyle/>
        <a:p>
          <a:pPr>
            <a:buNone/>
          </a:pPr>
          <a:r>
            <a:rPr lang="en-US" sz="1600" dirty="0"/>
            <a:t>This project focuses on predicting district PGI grades (2018–2023) using machine learning models ,</a:t>
          </a:r>
        </a:p>
        <a:p>
          <a:pPr>
            <a:buNone/>
          </a:pPr>
          <a:r>
            <a:rPr lang="en-US" sz="1600" dirty="0"/>
            <a:t>It analyzes trends and evaluates model performance on the dataset</a:t>
          </a:r>
          <a:endParaRPr lang="en-IN" sz="1600" dirty="0"/>
        </a:p>
      </dgm:t>
    </dgm:pt>
    <dgm:pt modelId="{2D85C203-30D0-41BA-B8F4-F7D148BAE148}" type="parTrans" cxnId="{E6F5823B-697F-4306-89A4-AA7A7BBF1BB2}">
      <dgm:prSet/>
      <dgm:spPr/>
      <dgm:t>
        <a:bodyPr/>
        <a:lstStyle/>
        <a:p>
          <a:endParaRPr lang="en-IN"/>
        </a:p>
      </dgm:t>
    </dgm:pt>
    <dgm:pt modelId="{B7BED8D1-B69A-4B6B-99F8-83DA82D95522}" type="sibTrans" cxnId="{E6F5823B-697F-4306-89A4-AA7A7BBF1BB2}">
      <dgm:prSet/>
      <dgm:spPr/>
      <dgm:t>
        <a:bodyPr/>
        <a:lstStyle/>
        <a:p>
          <a:endParaRPr lang="en-IN"/>
        </a:p>
      </dgm:t>
    </dgm:pt>
    <dgm:pt modelId="{A8EDF8F3-CFBA-452A-BDBA-F944A9A4A3D8}">
      <dgm:prSet phldrT="[Text]" phldr="0" custT="1"/>
      <dgm:spPr/>
      <dgm:t>
        <a:bodyPr/>
        <a:lstStyle/>
        <a:p>
          <a:r>
            <a:rPr lang="en-US" sz="3200" dirty="0"/>
            <a:t>Dataset</a:t>
          </a:r>
          <a:endParaRPr lang="en-IN" sz="3200" dirty="0"/>
        </a:p>
      </dgm:t>
    </dgm:pt>
    <dgm:pt modelId="{0497CDFE-6A95-4706-AC73-F710D029D7B1}" type="parTrans" cxnId="{7132DC8F-2EB2-4A8E-B5D2-D81FE6123F9D}">
      <dgm:prSet/>
      <dgm:spPr/>
      <dgm:t>
        <a:bodyPr/>
        <a:lstStyle/>
        <a:p>
          <a:endParaRPr lang="en-IN"/>
        </a:p>
      </dgm:t>
    </dgm:pt>
    <dgm:pt modelId="{7964F917-8F86-42BB-B8E4-7A0A4A05F135}" type="sibTrans" cxnId="{7132DC8F-2EB2-4A8E-B5D2-D81FE6123F9D}">
      <dgm:prSet/>
      <dgm:spPr/>
      <dgm:t>
        <a:bodyPr/>
        <a:lstStyle/>
        <a:p>
          <a:endParaRPr lang="en-IN"/>
        </a:p>
      </dgm:t>
    </dgm:pt>
    <dgm:pt modelId="{AD4702AC-9ED1-4E1C-A30C-52886F914D51}">
      <dgm:prSet phldrT="[Text]" custT="1"/>
      <dgm:spPr/>
      <dgm:t>
        <a:bodyPr/>
        <a:lstStyle/>
        <a:p>
          <a:pPr>
            <a:buNone/>
          </a:pPr>
          <a:r>
            <a:rPr lang="en-US" sz="1600" dirty="0"/>
            <a:t>District-wise PGI data collected over </a:t>
          </a:r>
          <a:r>
            <a:rPr lang="en-US" sz="1600" b="1" dirty="0"/>
            <a:t>six years (2018–2023)</a:t>
          </a:r>
          <a:r>
            <a:rPr lang="en-US" sz="1600" dirty="0"/>
            <a:t> </a:t>
          </a:r>
        </a:p>
        <a:p>
          <a:pPr>
            <a:buNone/>
          </a:pPr>
          <a:r>
            <a:rPr lang="en-US" sz="1600" dirty="0"/>
            <a:t>Includes multiple performance indicators</a:t>
          </a:r>
          <a:endParaRPr lang="en-IN" sz="1600" b="1" dirty="0"/>
        </a:p>
      </dgm:t>
    </dgm:pt>
    <dgm:pt modelId="{A7412399-0BF3-4DAF-9221-5EF57974E9A9}" type="parTrans" cxnId="{D3E4D789-A657-40DE-ABC0-7E1D5305F89F}">
      <dgm:prSet/>
      <dgm:spPr/>
      <dgm:t>
        <a:bodyPr/>
        <a:lstStyle/>
        <a:p>
          <a:endParaRPr lang="en-IN"/>
        </a:p>
      </dgm:t>
    </dgm:pt>
    <dgm:pt modelId="{50DC6EC6-876C-4728-93D0-ECF452C24A22}" type="sibTrans" cxnId="{D3E4D789-A657-40DE-ABC0-7E1D5305F89F}">
      <dgm:prSet/>
      <dgm:spPr/>
      <dgm:t>
        <a:bodyPr/>
        <a:lstStyle/>
        <a:p>
          <a:endParaRPr lang="en-IN"/>
        </a:p>
      </dgm:t>
    </dgm:pt>
    <dgm:pt modelId="{F5483F41-A77D-4270-B1AC-7F81991BB7D1}">
      <dgm:prSet phldrT="[Text]" phldr="0"/>
      <dgm:spPr/>
      <dgm:t>
        <a:bodyPr/>
        <a:lstStyle/>
        <a:p>
          <a:r>
            <a:rPr lang="en-US" dirty="0"/>
            <a:t>2</a:t>
          </a:r>
          <a:r>
            <a:rPr lang="en-US" baseline="30000" dirty="0"/>
            <a:t>nd</a:t>
          </a:r>
          <a:r>
            <a:rPr lang="en-US" dirty="0"/>
            <a:t> </a:t>
          </a:r>
          <a:endParaRPr lang="en-IN" dirty="0"/>
        </a:p>
      </dgm:t>
    </dgm:pt>
    <dgm:pt modelId="{53260968-E6D9-47C1-A7AD-4680D21604D9}" type="sibTrans" cxnId="{1A72D720-244D-49D4-8A81-997A00CE1C90}">
      <dgm:prSet/>
      <dgm:spPr/>
      <dgm:t>
        <a:bodyPr/>
        <a:lstStyle/>
        <a:p>
          <a:endParaRPr lang="en-IN"/>
        </a:p>
      </dgm:t>
    </dgm:pt>
    <dgm:pt modelId="{029EF0F5-F36B-48EB-A9DE-508075F2D168}" type="parTrans" cxnId="{1A72D720-244D-49D4-8A81-997A00CE1C90}">
      <dgm:prSet/>
      <dgm:spPr/>
      <dgm:t>
        <a:bodyPr/>
        <a:lstStyle/>
        <a:p>
          <a:endParaRPr lang="en-IN"/>
        </a:p>
      </dgm:t>
    </dgm:pt>
    <dgm:pt modelId="{06643A6D-34A7-48C3-BCA1-4EB34F695E6F}" type="pres">
      <dgm:prSet presAssocID="{44243555-C758-42CA-A422-090E8D3F3FCC}" presName="list" presStyleCnt="0">
        <dgm:presLayoutVars>
          <dgm:dir/>
          <dgm:animLvl val="lvl"/>
        </dgm:presLayoutVars>
      </dgm:prSet>
      <dgm:spPr/>
    </dgm:pt>
    <dgm:pt modelId="{521D7BD8-7F8B-4CA2-B220-36FDB2F374AE}" type="pres">
      <dgm:prSet presAssocID="{DDA54E97-9103-4927-9130-BCCF04A21786}" presName="posSpace" presStyleCnt="0"/>
      <dgm:spPr/>
    </dgm:pt>
    <dgm:pt modelId="{7E92C11C-08FE-4779-BB9E-FFFDCB8B3137}" type="pres">
      <dgm:prSet presAssocID="{DDA54E97-9103-4927-9130-BCCF04A21786}" presName="vertFlow" presStyleCnt="0"/>
      <dgm:spPr/>
    </dgm:pt>
    <dgm:pt modelId="{8283BAB4-1A7F-472B-B057-AF82D711FEE3}" type="pres">
      <dgm:prSet presAssocID="{DDA54E97-9103-4927-9130-BCCF04A21786}" presName="topSpace" presStyleCnt="0"/>
      <dgm:spPr/>
    </dgm:pt>
    <dgm:pt modelId="{20861423-D905-43FC-A2ED-6FA56AD5995C}" type="pres">
      <dgm:prSet presAssocID="{DDA54E97-9103-4927-9130-BCCF04A21786}" presName="firstComp" presStyleCnt="0"/>
      <dgm:spPr/>
    </dgm:pt>
    <dgm:pt modelId="{5B96FB60-E561-4D7F-8890-25A42299789A}" type="pres">
      <dgm:prSet presAssocID="{DDA54E97-9103-4927-9130-BCCF04A21786}" presName="firstChild" presStyleLbl="bgAccFollowNode1" presStyleIdx="0" presStyleCnt="4" custScaleX="122471" custScaleY="70849"/>
      <dgm:spPr/>
    </dgm:pt>
    <dgm:pt modelId="{DF69CCF1-2709-4738-8AD3-B9FA3E70425E}" type="pres">
      <dgm:prSet presAssocID="{DDA54E97-9103-4927-9130-BCCF04A21786}" presName="firstChildTx" presStyleLbl="bgAccFollowNode1" presStyleIdx="0" presStyleCnt="4">
        <dgm:presLayoutVars>
          <dgm:bulletEnabled val="1"/>
        </dgm:presLayoutVars>
      </dgm:prSet>
      <dgm:spPr/>
    </dgm:pt>
    <dgm:pt modelId="{4153ADEE-FCCA-4CA1-A320-32AF4C19789D}" type="pres">
      <dgm:prSet presAssocID="{3185BD58-F012-4842-853F-4B84FD0AF530}" presName="comp" presStyleCnt="0"/>
      <dgm:spPr/>
    </dgm:pt>
    <dgm:pt modelId="{B38BA3D0-AABF-466A-A333-8BA6628C6C42}" type="pres">
      <dgm:prSet presAssocID="{3185BD58-F012-4842-853F-4B84FD0AF530}" presName="child" presStyleLbl="bgAccFollowNode1" presStyleIdx="1" presStyleCnt="4" custScaleX="122344" custScaleY="126997"/>
      <dgm:spPr/>
    </dgm:pt>
    <dgm:pt modelId="{2E85A70D-7F5D-4030-9361-09E350D7181E}" type="pres">
      <dgm:prSet presAssocID="{3185BD58-F012-4842-853F-4B84FD0AF530}" presName="childTx" presStyleLbl="bgAccFollowNode1" presStyleIdx="1" presStyleCnt="4">
        <dgm:presLayoutVars>
          <dgm:bulletEnabled val="1"/>
        </dgm:presLayoutVars>
      </dgm:prSet>
      <dgm:spPr/>
    </dgm:pt>
    <dgm:pt modelId="{8FAE3FA9-5194-4377-9AE0-8C38E13F1635}" type="pres">
      <dgm:prSet presAssocID="{DDA54E97-9103-4927-9130-BCCF04A21786}" presName="negSpace" presStyleCnt="0"/>
      <dgm:spPr/>
    </dgm:pt>
    <dgm:pt modelId="{59E93D7F-A80D-4ABA-935D-9458722CA522}" type="pres">
      <dgm:prSet presAssocID="{DDA54E97-9103-4927-9130-BCCF04A21786}" presName="circle" presStyleLbl="node1" presStyleIdx="0" presStyleCnt="2" custScaleX="57431" custScaleY="55428"/>
      <dgm:spPr/>
    </dgm:pt>
    <dgm:pt modelId="{F0C8E0AF-2169-4E4F-AF37-7A894E40969F}" type="pres">
      <dgm:prSet presAssocID="{1A02BD7E-2349-4728-88D9-A1B9EB52B524}" presName="transSpace" presStyleCnt="0"/>
      <dgm:spPr/>
    </dgm:pt>
    <dgm:pt modelId="{89224494-D5CF-447A-8EDC-032E18B542FA}" type="pres">
      <dgm:prSet presAssocID="{F5483F41-A77D-4270-B1AC-7F81991BB7D1}" presName="posSpace" presStyleCnt="0"/>
      <dgm:spPr/>
    </dgm:pt>
    <dgm:pt modelId="{023D3AA3-D308-4CB2-80AB-4367FFAE8D64}" type="pres">
      <dgm:prSet presAssocID="{F5483F41-A77D-4270-B1AC-7F81991BB7D1}" presName="vertFlow" presStyleCnt="0"/>
      <dgm:spPr/>
    </dgm:pt>
    <dgm:pt modelId="{042F115F-F6DC-48C2-B190-54722C322451}" type="pres">
      <dgm:prSet presAssocID="{F5483F41-A77D-4270-B1AC-7F81991BB7D1}" presName="topSpace" presStyleCnt="0"/>
      <dgm:spPr/>
    </dgm:pt>
    <dgm:pt modelId="{ACEEF775-BD85-46B9-B130-0C24054179FE}" type="pres">
      <dgm:prSet presAssocID="{F5483F41-A77D-4270-B1AC-7F81991BB7D1}" presName="firstComp" presStyleCnt="0"/>
      <dgm:spPr/>
    </dgm:pt>
    <dgm:pt modelId="{382D49A0-D202-4480-9A98-26DB90B32BF5}" type="pres">
      <dgm:prSet presAssocID="{F5483F41-A77D-4270-B1AC-7F81991BB7D1}" presName="firstChild" presStyleLbl="bgAccFollowNode1" presStyleIdx="2" presStyleCnt="4" custScaleX="115802" custScaleY="75965" custLinFactNeighborX="-18641"/>
      <dgm:spPr/>
    </dgm:pt>
    <dgm:pt modelId="{A6318003-C351-4485-A552-528A94C499A7}" type="pres">
      <dgm:prSet presAssocID="{F5483F41-A77D-4270-B1AC-7F81991BB7D1}" presName="firstChildTx" presStyleLbl="bgAccFollowNode1" presStyleIdx="2" presStyleCnt="4">
        <dgm:presLayoutVars>
          <dgm:bulletEnabled val="1"/>
        </dgm:presLayoutVars>
      </dgm:prSet>
      <dgm:spPr/>
    </dgm:pt>
    <dgm:pt modelId="{7126CA62-07FF-4A41-9DD7-4402917B5D63}" type="pres">
      <dgm:prSet presAssocID="{AD4702AC-9ED1-4E1C-A30C-52886F914D51}" presName="comp" presStyleCnt="0"/>
      <dgm:spPr/>
    </dgm:pt>
    <dgm:pt modelId="{A338D799-A3A9-4F65-A8A2-4BEDDA27D3AA}" type="pres">
      <dgm:prSet presAssocID="{AD4702AC-9ED1-4E1C-A30C-52886F914D51}" presName="child" presStyleLbl="bgAccFollowNode1" presStyleIdx="3" presStyleCnt="4" custScaleX="115802" custScaleY="123714" custLinFactNeighborX="-18640"/>
      <dgm:spPr/>
    </dgm:pt>
    <dgm:pt modelId="{058B9B9B-DF51-4C29-A4F8-FBA890702927}" type="pres">
      <dgm:prSet presAssocID="{AD4702AC-9ED1-4E1C-A30C-52886F914D51}" presName="childTx" presStyleLbl="bgAccFollowNode1" presStyleIdx="3" presStyleCnt="4">
        <dgm:presLayoutVars>
          <dgm:bulletEnabled val="1"/>
        </dgm:presLayoutVars>
      </dgm:prSet>
      <dgm:spPr/>
    </dgm:pt>
    <dgm:pt modelId="{E80194AC-D674-40BC-85F7-3F82CE17F2DF}" type="pres">
      <dgm:prSet presAssocID="{F5483F41-A77D-4270-B1AC-7F81991BB7D1}" presName="negSpace" presStyleCnt="0"/>
      <dgm:spPr/>
    </dgm:pt>
    <dgm:pt modelId="{A7E994FB-8230-497F-AD9B-866127105AC1}" type="pres">
      <dgm:prSet presAssocID="{F5483F41-A77D-4270-B1AC-7F81991BB7D1}" presName="circle" presStyleLbl="node1" presStyleIdx="1" presStyleCnt="2" custScaleX="57128" custScaleY="57495" custLinFactNeighborX="-3064" custLinFactNeighborY="1056"/>
      <dgm:spPr/>
    </dgm:pt>
  </dgm:ptLst>
  <dgm:cxnLst>
    <dgm:cxn modelId="{4082AC13-C955-4D44-A8EB-6ECFAC9AA4AE}" type="presOf" srcId="{DDA54E97-9103-4927-9130-BCCF04A21786}" destId="{59E93D7F-A80D-4ABA-935D-9458722CA522}" srcOrd="0" destOrd="0" presId="urn:microsoft.com/office/officeart/2005/8/layout/hList9"/>
    <dgm:cxn modelId="{4E980B1B-FB38-404C-BCE5-7291D80C5736}" type="presOf" srcId="{9778BECD-B430-41E4-9895-93E5B1DC1507}" destId="{DF69CCF1-2709-4738-8AD3-B9FA3E70425E}" srcOrd="1" destOrd="0" presId="urn:microsoft.com/office/officeart/2005/8/layout/hList9"/>
    <dgm:cxn modelId="{3180D11F-D3B4-4DF9-AB31-16EB8A71F82E}" type="presOf" srcId="{F5483F41-A77D-4270-B1AC-7F81991BB7D1}" destId="{A7E994FB-8230-497F-AD9B-866127105AC1}" srcOrd="0" destOrd="0" presId="urn:microsoft.com/office/officeart/2005/8/layout/hList9"/>
    <dgm:cxn modelId="{1A72D720-244D-49D4-8A81-997A00CE1C90}" srcId="{44243555-C758-42CA-A422-090E8D3F3FCC}" destId="{F5483F41-A77D-4270-B1AC-7F81991BB7D1}" srcOrd="1" destOrd="0" parTransId="{029EF0F5-F36B-48EB-A9DE-508075F2D168}" sibTransId="{53260968-E6D9-47C1-A7AD-4680D21604D9}"/>
    <dgm:cxn modelId="{E6F5823B-697F-4306-89A4-AA7A7BBF1BB2}" srcId="{DDA54E97-9103-4927-9130-BCCF04A21786}" destId="{3185BD58-F012-4842-853F-4B84FD0AF530}" srcOrd="1" destOrd="0" parTransId="{2D85C203-30D0-41BA-B8F4-F7D148BAE148}" sibTransId="{B7BED8D1-B69A-4B6B-99F8-83DA82D95522}"/>
    <dgm:cxn modelId="{C0427B43-86DD-44DD-8B92-C189A11D9759}" type="presOf" srcId="{A8EDF8F3-CFBA-452A-BDBA-F944A9A4A3D8}" destId="{A6318003-C351-4485-A552-528A94C499A7}" srcOrd="1" destOrd="0" presId="urn:microsoft.com/office/officeart/2005/8/layout/hList9"/>
    <dgm:cxn modelId="{68B04D6F-DC99-44CA-A071-249ACF0817AF}" type="presOf" srcId="{3185BD58-F012-4842-853F-4B84FD0AF530}" destId="{B38BA3D0-AABF-466A-A333-8BA6628C6C42}" srcOrd="0" destOrd="0" presId="urn:microsoft.com/office/officeart/2005/8/layout/hList9"/>
    <dgm:cxn modelId="{E684AD7B-6E1A-4A86-B705-E6EECBCBB6F9}" type="presOf" srcId="{A8EDF8F3-CFBA-452A-BDBA-F944A9A4A3D8}" destId="{382D49A0-D202-4480-9A98-26DB90B32BF5}" srcOrd="0" destOrd="0" presId="urn:microsoft.com/office/officeart/2005/8/layout/hList9"/>
    <dgm:cxn modelId="{048FA386-8AB7-46E5-89FC-170E661FA5A9}" srcId="{44243555-C758-42CA-A422-090E8D3F3FCC}" destId="{DDA54E97-9103-4927-9130-BCCF04A21786}" srcOrd="0" destOrd="0" parTransId="{58998B40-95F0-4C8B-9F0D-E0AA3ED2C044}" sibTransId="{1A02BD7E-2349-4728-88D9-A1B9EB52B524}"/>
    <dgm:cxn modelId="{D3E4D789-A657-40DE-ABC0-7E1D5305F89F}" srcId="{F5483F41-A77D-4270-B1AC-7F81991BB7D1}" destId="{AD4702AC-9ED1-4E1C-A30C-52886F914D51}" srcOrd="1" destOrd="0" parTransId="{A7412399-0BF3-4DAF-9221-5EF57974E9A9}" sibTransId="{50DC6EC6-876C-4728-93D0-ECF452C24A22}"/>
    <dgm:cxn modelId="{5C11E589-EF04-4C97-9218-FA59ACCD4A3D}" type="presOf" srcId="{44243555-C758-42CA-A422-090E8D3F3FCC}" destId="{06643A6D-34A7-48C3-BCA1-4EB34F695E6F}" srcOrd="0" destOrd="0" presId="urn:microsoft.com/office/officeart/2005/8/layout/hList9"/>
    <dgm:cxn modelId="{7132DC8F-2EB2-4A8E-B5D2-D81FE6123F9D}" srcId="{F5483F41-A77D-4270-B1AC-7F81991BB7D1}" destId="{A8EDF8F3-CFBA-452A-BDBA-F944A9A4A3D8}" srcOrd="0" destOrd="0" parTransId="{0497CDFE-6A95-4706-AC73-F710D029D7B1}" sibTransId="{7964F917-8F86-42BB-B8E4-7A0A4A05F135}"/>
    <dgm:cxn modelId="{2C5F75CA-52EA-4060-95EE-5D6BA09A2BCE}" srcId="{DDA54E97-9103-4927-9130-BCCF04A21786}" destId="{9778BECD-B430-41E4-9895-93E5B1DC1507}" srcOrd="0" destOrd="0" parTransId="{E0312018-DF9D-401C-80DE-7B15EF4B2C56}" sibTransId="{2481B23B-38D9-4230-9D57-A77CA76E1D00}"/>
    <dgm:cxn modelId="{427B17CE-379C-4972-8E5F-D2A8BE744917}" type="presOf" srcId="{AD4702AC-9ED1-4E1C-A30C-52886F914D51}" destId="{A338D799-A3A9-4F65-A8A2-4BEDDA27D3AA}" srcOrd="0" destOrd="0" presId="urn:microsoft.com/office/officeart/2005/8/layout/hList9"/>
    <dgm:cxn modelId="{1767F4D0-DCD4-4C4E-927A-B4F3D18F3CCF}" type="presOf" srcId="{3185BD58-F012-4842-853F-4B84FD0AF530}" destId="{2E85A70D-7F5D-4030-9361-09E350D7181E}" srcOrd="1" destOrd="0" presId="urn:microsoft.com/office/officeart/2005/8/layout/hList9"/>
    <dgm:cxn modelId="{490B98E3-9EAA-400D-851B-A4941468FE4A}" type="presOf" srcId="{AD4702AC-9ED1-4E1C-A30C-52886F914D51}" destId="{058B9B9B-DF51-4C29-A4F8-FBA890702927}" srcOrd="1" destOrd="0" presId="urn:microsoft.com/office/officeart/2005/8/layout/hList9"/>
    <dgm:cxn modelId="{36236DF0-8C98-41BA-9CD0-EB9081007165}" type="presOf" srcId="{9778BECD-B430-41E4-9895-93E5B1DC1507}" destId="{5B96FB60-E561-4D7F-8890-25A42299789A}" srcOrd="0" destOrd="0" presId="urn:microsoft.com/office/officeart/2005/8/layout/hList9"/>
    <dgm:cxn modelId="{475CD3F8-F741-4EA6-9896-2AAC9D40F309}" type="presParOf" srcId="{06643A6D-34A7-48C3-BCA1-4EB34F695E6F}" destId="{521D7BD8-7F8B-4CA2-B220-36FDB2F374AE}" srcOrd="0" destOrd="0" presId="urn:microsoft.com/office/officeart/2005/8/layout/hList9"/>
    <dgm:cxn modelId="{B0367DC8-AF11-4361-99CA-584D2942E720}" type="presParOf" srcId="{06643A6D-34A7-48C3-BCA1-4EB34F695E6F}" destId="{7E92C11C-08FE-4779-BB9E-FFFDCB8B3137}" srcOrd="1" destOrd="0" presId="urn:microsoft.com/office/officeart/2005/8/layout/hList9"/>
    <dgm:cxn modelId="{CA5935F9-F10D-4150-B34D-483720A92694}" type="presParOf" srcId="{7E92C11C-08FE-4779-BB9E-FFFDCB8B3137}" destId="{8283BAB4-1A7F-472B-B057-AF82D711FEE3}" srcOrd="0" destOrd="0" presId="urn:microsoft.com/office/officeart/2005/8/layout/hList9"/>
    <dgm:cxn modelId="{47B2B2E5-F4A8-4627-92C3-1BFD495611B9}" type="presParOf" srcId="{7E92C11C-08FE-4779-BB9E-FFFDCB8B3137}" destId="{20861423-D905-43FC-A2ED-6FA56AD5995C}" srcOrd="1" destOrd="0" presId="urn:microsoft.com/office/officeart/2005/8/layout/hList9"/>
    <dgm:cxn modelId="{7A945D02-6D24-4382-A7FB-87DC71376AC7}" type="presParOf" srcId="{20861423-D905-43FC-A2ED-6FA56AD5995C}" destId="{5B96FB60-E561-4D7F-8890-25A42299789A}" srcOrd="0" destOrd="0" presId="urn:microsoft.com/office/officeart/2005/8/layout/hList9"/>
    <dgm:cxn modelId="{9B1EC2DC-7629-4BCA-BE61-351EA2EE1887}" type="presParOf" srcId="{20861423-D905-43FC-A2ED-6FA56AD5995C}" destId="{DF69CCF1-2709-4738-8AD3-B9FA3E70425E}" srcOrd="1" destOrd="0" presId="urn:microsoft.com/office/officeart/2005/8/layout/hList9"/>
    <dgm:cxn modelId="{E8099648-FD6C-4354-9A9E-B8795DFEB694}" type="presParOf" srcId="{7E92C11C-08FE-4779-BB9E-FFFDCB8B3137}" destId="{4153ADEE-FCCA-4CA1-A320-32AF4C19789D}" srcOrd="2" destOrd="0" presId="urn:microsoft.com/office/officeart/2005/8/layout/hList9"/>
    <dgm:cxn modelId="{6A50684B-2FB6-4997-B432-183BB37189FA}" type="presParOf" srcId="{4153ADEE-FCCA-4CA1-A320-32AF4C19789D}" destId="{B38BA3D0-AABF-466A-A333-8BA6628C6C42}" srcOrd="0" destOrd="0" presId="urn:microsoft.com/office/officeart/2005/8/layout/hList9"/>
    <dgm:cxn modelId="{0C579B40-0E74-4F32-AD60-C2DA8FD09F2E}" type="presParOf" srcId="{4153ADEE-FCCA-4CA1-A320-32AF4C19789D}" destId="{2E85A70D-7F5D-4030-9361-09E350D7181E}" srcOrd="1" destOrd="0" presId="urn:microsoft.com/office/officeart/2005/8/layout/hList9"/>
    <dgm:cxn modelId="{F9CFDC7A-D9B3-4E4F-B06D-43F3BCB86EAA}" type="presParOf" srcId="{06643A6D-34A7-48C3-BCA1-4EB34F695E6F}" destId="{8FAE3FA9-5194-4377-9AE0-8C38E13F1635}" srcOrd="2" destOrd="0" presId="urn:microsoft.com/office/officeart/2005/8/layout/hList9"/>
    <dgm:cxn modelId="{1513411F-308A-4894-A900-69E7457EC2D6}" type="presParOf" srcId="{06643A6D-34A7-48C3-BCA1-4EB34F695E6F}" destId="{59E93D7F-A80D-4ABA-935D-9458722CA522}" srcOrd="3" destOrd="0" presId="urn:microsoft.com/office/officeart/2005/8/layout/hList9"/>
    <dgm:cxn modelId="{5D9A050D-D580-4214-84E7-4690C12FECA7}" type="presParOf" srcId="{06643A6D-34A7-48C3-BCA1-4EB34F695E6F}" destId="{F0C8E0AF-2169-4E4F-AF37-7A894E40969F}" srcOrd="4" destOrd="0" presId="urn:microsoft.com/office/officeart/2005/8/layout/hList9"/>
    <dgm:cxn modelId="{17169FBD-6D4E-46C1-B039-77CBB12C83F9}" type="presParOf" srcId="{06643A6D-34A7-48C3-BCA1-4EB34F695E6F}" destId="{89224494-D5CF-447A-8EDC-032E18B542FA}" srcOrd="5" destOrd="0" presId="urn:microsoft.com/office/officeart/2005/8/layout/hList9"/>
    <dgm:cxn modelId="{D65E5A01-E4FA-42A1-A877-C3934F095D41}" type="presParOf" srcId="{06643A6D-34A7-48C3-BCA1-4EB34F695E6F}" destId="{023D3AA3-D308-4CB2-80AB-4367FFAE8D64}" srcOrd="6" destOrd="0" presId="urn:microsoft.com/office/officeart/2005/8/layout/hList9"/>
    <dgm:cxn modelId="{ADA0EA0C-7699-4A74-BA09-D0390CD77899}" type="presParOf" srcId="{023D3AA3-D308-4CB2-80AB-4367FFAE8D64}" destId="{042F115F-F6DC-48C2-B190-54722C322451}" srcOrd="0" destOrd="0" presId="urn:microsoft.com/office/officeart/2005/8/layout/hList9"/>
    <dgm:cxn modelId="{3D051C39-9B68-4E3F-9FEF-06429C792F29}" type="presParOf" srcId="{023D3AA3-D308-4CB2-80AB-4367FFAE8D64}" destId="{ACEEF775-BD85-46B9-B130-0C24054179FE}" srcOrd="1" destOrd="0" presId="urn:microsoft.com/office/officeart/2005/8/layout/hList9"/>
    <dgm:cxn modelId="{B0579BAA-8AB6-46CF-826D-3E7DEAD1C4E3}" type="presParOf" srcId="{ACEEF775-BD85-46B9-B130-0C24054179FE}" destId="{382D49A0-D202-4480-9A98-26DB90B32BF5}" srcOrd="0" destOrd="0" presId="urn:microsoft.com/office/officeart/2005/8/layout/hList9"/>
    <dgm:cxn modelId="{6C1B712A-73E7-4C9D-883F-5583642AA462}" type="presParOf" srcId="{ACEEF775-BD85-46B9-B130-0C24054179FE}" destId="{A6318003-C351-4485-A552-528A94C499A7}" srcOrd="1" destOrd="0" presId="urn:microsoft.com/office/officeart/2005/8/layout/hList9"/>
    <dgm:cxn modelId="{463EAB78-5D11-4082-A4B5-D449B7230DB5}" type="presParOf" srcId="{023D3AA3-D308-4CB2-80AB-4367FFAE8D64}" destId="{7126CA62-07FF-4A41-9DD7-4402917B5D63}" srcOrd="2" destOrd="0" presId="urn:microsoft.com/office/officeart/2005/8/layout/hList9"/>
    <dgm:cxn modelId="{6F471FC1-400B-4DA0-A4B7-FA5E2F22A10C}" type="presParOf" srcId="{7126CA62-07FF-4A41-9DD7-4402917B5D63}" destId="{A338D799-A3A9-4F65-A8A2-4BEDDA27D3AA}" srcOrd="0" destOrd="0" presId="urn:microsoft.com/office/officeart/2005/8/layout/hList9"/>
    <dgm:cxn modelId="{DC3D49FB-14E0-4F25-AF55-A8F8EC12BD42}" type="presParOf" srcId="{7126CA62-07FF-4A41-9DD7-4402917B5D63}" destId="{058B9B9B-DF51-4C29-A4F8-FBA890702927}" srcOrd="1" destOrd="0" presId="urn:microsoft.com/office/officeart/2005/8/layout/hList9"/>
    <dgm:cxn modelId="{ACFDDCA2-627D-4476-8ECD-C8092235FA96}" type="presParOf" srcId="{06643A6D-34A7-48C3-BCA1-4EB34F695E6F}" destId="{E80194AC-D674-40BC-85F7-3F82CE17F2DF}" srcOrd="7" destOrd="0" presId="urn:microsoft.com/office/officeart/2005/8/layout/hList9"/>
    <dgm:cxn modelId="{53CCF318-4D16-4694-8B2C-7D541644CD09}" type="presParOf" srcId="{06643A6D-34A7-48C3-BCA1-4EB34F695E6F}" destId="{A7E994FB-8230-497F-AD9B-866127105AC1}" srcOrd="8" destOrd="0" presId="urn:microsoft.com/office/officeart/2005/8/layout/hList9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A032A2F-7896-4FB6-B6CA-8E9007E12522}" type="doc">
      <dgm:prSet loTypeId="urn:microsoft.com/office/officeart/2005/8/layout/hList9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BC825A29-8334-4E41-BA2A-CFAD7E92D9FE}">
      <dgm:prSet phldrT="[Text]" phldr="0"/>
      <dgm:spPr/>
      <dgm:t>
        <a:bodyPr/>
        <a:lstStyle/>
        <a:p>
          <a:r>
            <a:rPr lang="en-US" dirty="0"/>
            <a:t>3</a:t>
          </a:r>
          <a:r>
            <a:rPr lang="en-US" baseline="30000" dirty="0"/>
            <a:t>rd</a:t>
          </a:r>
          <a:r>
            <a:rPr lang="en-US" dirty="0"/>
            <a:t> </a:t>
          </a:r>
          <a:endParaRPr lang="en-IN" dirty="0"/>
        </a:p>
      </dgm:t>
    </dgm:pt>
    <dgm:pt modelId="{8DC36585-0AFE-4399-AA60-49C700A65E00}" type="parTrans" cxnId="{7E29C32D-5E99-43B0-93C7-1D7F4360DEC6}">
      <dgm:prSet/>
      <dgm:spPr/>
      <dgm:t>
        <a:bodyPr/>
        <a:lstStyle/>
        <a:p>
          <a:endParaRPr lang="en-IN"/>
        </a:p>
      </dgm:t>
    </dgm:pt>
    <dgm:pt modelId="{734089C5-C7BC-4872-BFCB-D6AFAB94F329}" type="sibTrans" cxnId="{7E29C32D-5E99-43B0-93C7-1D7F4360DEC6}">
      <dgm:prSet/>
      <dgm:spPr/>
      <dgm:t>
        <a:bodyPr/>
        <a:lstStyle/>
        <a:p>
          <a:endParaRPr lang="en-IN"/>
        </a:p>
      </dgm:t>
    </dgm:pt>
    <dgm:pt modelId="{3FFE6126-ADBB-4251-AF07-7AE2468EE989}">
      <dgm:prSet phldrT="[Text]" custT="1"/>
      <dgm:spPr/>
      <dgm:t>
        <a:bodyPr/>
        <a:lstStyle/>
        <a:p>
          <a:pPr>
            <a:buNone/>
          </a:pPr>
          <a:r>
            <a:rPr lang="en-IN" sz="3200" dirty="0"/>
            <a:t>Objective</a:t>
          </a:r>
          <a:endParaRPr lang="en-IN" sz="3200" b="1" dirty="0"/>
        </a:p>
      </dgm:t>
    </dgm:pt>
    <dgm:pt modelId="{0D5BC246-F4C3-4DF2-990C-F4E2D724F7A5}" type="parTrans" cxnId="{4122CD46-7F6B-49AC-98D3-842F7688F627}">
      <dgm:prSet/>
      <dgm:spPr/>
      <dgm:t>
        <a:bodyPr/>
        <a:lstStyle/>
        <a:p>
          <a:endParaRPr lang="en-IN"/>
        </a:p>
      </dgm:t>
    </dgm:pt>
    <dgm:pt modelId="{A85DE5D1-B7AE-4F6D-AFD9-9C31776AAD2E}" type="sibTrans" cxnId="{4122CD46-7F6B-49AC-98D3-842F7688F627}">
      <dgm:prSet/>
      <dgm:spPr/>
      <dgm:t>
        <a:bodyPr/>
        <a:lstStyle/>
        <a:p>
          <a:endParaRPr lang="en-IN"/>
        </a:p>
      </dgm:t>
    </dgm:pt>
    <dgm:pt modelId="{AEB82C77-EF14-4E72-8D62-78DE0CF577C1}">
      <dgm:prSet phldrT="[Text]" custT="1"/>
      <dgm:spPr/>
      <dgm:t>
        <a:bodyPr/>
        <a:lstStyle/>
        <a:p>
          <a:pPr>
            <a:buNone/>
          </a:pPr>
          <a:r>
            <a:rPr lang="en-US" sz="1600" dirty="0"/>
            <a:t>To predict district </a:t>
          </a:r>
          <a:r>
            <a:rPr lang="en-US" sz="1600" b="1" dirty="0"/>
            <a:t>performance grades</a:t>
          </a:r>
          <a:r>
            <a:rPr lang="en-US" sz="1600" dirty="0"/>
            <a:t> using machine learning techniques</a:t>
          </a:r>
          <a:endParaRPr lang="en-IN" sz="1600" dirty="0"/>
        </a:p>
      </dgm:t>
    </dgm:pt>
    <dgm:pt modelId="{D93BEBB5-83C9-4116-90DF-18B2B5DE99AD}" type="parTrans" cxnId="{2BA9E257-3340-4ECB-9EE2-BC3DA8F63E64}">
      <dgm:prSet/>
      <dgm:spPr/>
      <dgm:t>
        <a:bodyPr/>
        <a:lstStyle/>
        <a:p>
          <a:endParaRPr lang="en-IN"/>
        </a:p>
      </dgm:t>
    </dgm:pt>
    <dgm:pt modelId="{BA700CE7-F1F7-495B-9327-53373CEC0AAF}" type="sibTrans" cxnId="{2BA9E257-3340-4ECB-9EE2-BC3DA8F63E64}">
      <dgm:prSet/>
      <dgm:spPr/>
      <dgm:t>
        <a:bodyPr/>
        <a:lstStyle/>
        <a:p>
          <a:endParaRPr lang="en-IN"/>
        </a:p>
      </dgm:t>
    </dgm:pt>
    <dgm:pt modelId="{45BE2A5D-126C-4EC2-A807-F521EA1AF689}">
      <dgm:prSet phldrT="[Text]" phldr="0"/>
      <dgm:spPr/>
      <dgm:t>
        <a:bodyPr/>
        <a:lstStyle/>
        <a:p>
          <a:r>
            <a:rPr lang="en-US" dirty="0"/>
            <a:t>4</a:t>
          </a:r>
          <a:r>
            <a:rPr lang="en-US" baseline="30000" dirty="0"/>
            <a:t>th</a:t>
          </a:r>
          <a:r>
            <a:rPr lang="en-US" dirty="0"/>
            <a:t> </a:t>
          </a:r>
          <a:endParaRPr lang="en-IN" dirty="0"/>
        </a:p>
      </dgm:t>
    </dgm:pt>
    <dgm:pt modelId="{0CDBF1DF-D960-47BF-8CC8-7F5204BCA07F}" type="parTrans" cxnId="{72F3F978-7000-4BBB-BD02-356A69EBF54C}">
      <dgm:prSet/>
      <dgm:spPr/>
      <dgm:t>
        <a:bodyPr/>
        <a:lstStyle/>
        <a:p>
          <a:endParaRPr lang="en-IN"/>
        </a:p>
      </dgm:t>
    </dgm:pt>
    <dgm:pt modelId="{628D3A9D-F9DD-4744-A9BC-BBF95297D66E}" type="sibTrans" cxnId="{72F3F978-7000-4BBB-BD02-356A69EBF54C}">
      <dgm:prSet/>
      <dgm:spPr/>
      <dgm:t>
        <a:bodyPr/>
        <a:lstStyle/>
        <a:p>
          <a:endParaRPr lang="en-IN"/>
        </a:p>
      </dgm:t>
    </dgm:pt>
    <dgm:pt modelId="{8D900266-E3F4-43BC-BD35-BB01026094FD}">
      <dgm:prSet phldrT="[Text]" phldr="0" custT="1"/>
      <dgm:spPr/>
      <dgm:t>
        <a:bodyPr/>
        <a:lstStyle/>
        <a:p>
          <a:r>
            <a:rPr lang="en-US" sz="2400" dirty="0"/>
            <a:t>Models Used </a:t>
          </a:r>
          <a:endParaRPr lang="en-IN" sz="2400" dirty="0"/>
        </a:p>
      </dgm:t>
    </dgm:pt>
    <dgm:pt modelId="{81E7F756-3B72-40F4-A880-2569B3852613}" type="parTrans" cxnId="{837D2E8C-8E74-4992-8797-EAAF899CD453}">
      <dgm:prSet/>
      <dgm:spPr/>
      <dgm:t>
        <a:bodyPr/>
        <a:lstStyle/>
        <a:p>
          <a:endParaRPr lang="en-IN"/>
        </a:p>
      </dgm:t>
    </dgm:pt>
    <dgm:pt modelId="{4D177A1D-BD0A-4373-B39F-6FA3CFD8E559}" type="sibTrans" cxnId="{837D2E8C-8E74-4992-8797-EAAF899CD453}">
      <dgm:prSet/>
      <dgm:spPr/>
      <dgm:t>
        <a:bodyPr/>
        <a:lstStyle/>
        <a:p>
          <a:endParaRPr lang="en-IN"/>
        </a:p>
      </dgm:t>
    </dgm:pt>
    <dgm:pt modelId="{25C8E61B-3B1E-4EED-9F02-F6CDD03355F3}">
      <dgm:prSet phldrT="[Text]"/>
      <dgm:spPr/>
      <dgm:t>
        <a:bodyPr/>
        <a:lstStyle/>
        <a:p>
          <a:pPr>
            <a:buNone/>
          </a:pPr>
          <a:r>
            <a:rPr lang="en-US" dirty="0"/>
            <a:t>Decision Tree, Random Forest, Gradient Boosting, </a:t>
          </a:r>
          <a:r>
            <a:rPr lang="en-US" dirty="0" err="1"/>
            <a:t>XGBoost</a:t>
          </a:r>
          <a:r>
            <a:rPr lang="en-US" dirty="0"/>
            <a:t>, and Stacking</a:t>
          </a:r>
          <a:endParaRPr lang="en-IN" dirty="0"/>
        </a:p>
      </dgm:t>
    </dgm:pt>
    <dgm:pt modelId="{04C353E4-1EFC-488B-9C35-2013A7EF08A1}" type="parTrans" cxnId="{C6434BCE-565E-4381-B47F-21203814089B}">
      <dgm:prSet/>
      <dgm:spPr/>
      <dgm:t>
        <a:bodyPr/>
        <a:lstStyle/>
        <a:p>
          <a:endParaRPr lang="en-IN"/>
        </a:p>
      </dgm:t>
    </dgm:pt>
    <dgm:pt modelId="{6FDBF4E7-51B2-4EB2-970A-758075793086}" type="sibTrans" cxnId="{C6434BCE-565E-4381-B47F-21203814089B}">
      <dgm:prSet/>
      <dgm:spPr/>
      <dgm:t>
        <a:bodyPr/>
        <a:lstStyle/>
        <a:p>
          <a:endParaRPr lang="en-IN"/>
        </a:p>
      </dgm:t>
    </dgm:pt>
    <dgm:pt modelId="{051696A2-A071-40DF-A0B6-A28F74C61B6A}" type="pres">
      <dgm:prSet presAssocID="{BA032A2F-7896-4FB6-B6CA-8E9007E12522}" presName="list" presStyleCnt="0">
        <dgm:presLayoutVars>
          <dgm:dir/>
          <dgm:animLvl val="lvl"/>
        </dgm:presLayoutVars>
      </dgm:prSet>
      <dgm:spPr/>
    </dgm:pt>
    <dgm:pt modelId="{0C00CE01-37FB-4652-ACF2-2FE7BB108B47}" type="pres">
      <dgm:prSet presAssocID="{BC825A29-8334-4E41-BA2A-CFAD7E92D9FE}" presName="posSpace" presStyleCnt="0"/>
      <dgm:spPr/>
    </dgm:pt>
    <dgm:pt modelId="{F71D5DFB-02CA-484C-BE23-0EF0A65FDD1A}" type="pres">
      <dgm:prSet presAssocID="{BC825A29-8334-4E41-BA2A-CFAD7E92D9FE}" presName="vertFlow" presStyleCnt="0"/>
      <dgm:spPr/>
    </dgm:pt>
    <dgm:pt modelId="{0FA5A569-6EBF-4212-9B82-0EB0897D41F6}" type="pres">
      <dgm:prSet presAssocID="{BC825A29-8334-4E41-BA2A-CFAD7E92D9FE}" presName="topSpace" presStyleCnt="0"/>
      <dgm:spPr/>
    </dgm:pt>
    <dgm:pt modelId="{5005F853-7646-479D-A418-8E9BF06EBAC0}" type="pres">
      <dgm:prSet presAssocID="{BC825A29-8334-4E41-BA2A-CFAD7E92D9FE}" presName="firstComp" presStyleCnt="0"/>
      <dgm:spPr/>
    </dgm:pt>
    <dgm:pt modelId="{39D58CA2-8963-4161-B4D5-53E4DBC0F77E}" type="pres">
      <dgm:prSet presAssocID="{BC825A29-8334-4E41-BA2A-CFAD7E92D9FE}" presName="firstChild" presStyleLbl="bgAccFollowNode1" presStyleIdx="0" presStyleCnt="4" custScaleY="83212" custLinFactNeighborX="-16943" custLinFactNeighborY="4037"/>
      <dgm:spPr/>
    </dgm:pt>
    <dgm:pt modelId="{FFD86BD8-2EC2-4D04-9BCC-37C8F6BC9509}" type="pres">
      <dgm:prSet presAssocID="{BC825A29-8334-4E41-BA2A-CFAD7E92D9FE}" presName="firstChildTx" presStyleLbl="bgAccFollowNode1" presStyleIdx="0" presStyleCnt="4">
        <dgm:presLayoutVars>
          <dgm:bulletEnabled val="1"/>
        </dgm:presLayoutVars>
      </dgm:prSet>
      <dgm:spPr/>
    </dgm:pt>
    <dgm:pt modelId="{6BC4EE29-A56D-42C1-A454-294E2CC1DBD3}" type="pres">
      <dgm:prSet presAssocID="{AEB82C77-EF14-4E72-8D62-78DE0CF577C1}" presName="comp" presStyleCnt="0"/>
      <dgm:spPr/>
    </dgm:pt>
    <dgm:pt modelId="{9CDE9F79-2F77-4B3A-A2F3-28855B213513}" type="pres">
      <dgm:prSet presAssocID="{AEB82C77-EF14-4E72-8D62-78DE0CF577C1}" presName="child" presStyleLbl="bgAccFollowNode1" presStyleIdx="1" presStyleCnt="4" custScaleY="104272" custLinFactNeighborX="-16938" custLinFactNeighborY="2669"/>
      <dgm:spPr/>
    </dgm:pt>
    <dgm:pt modelId="{57273ED8-C076-4042-B0AA-5F1FAEA7F3B1}" type="pres">
      <dgm:prSet presAssocID="{AEB82C77-EF14-4E72-8D62-78DE0CF577C1}" presName="childTx" presStyleLbl="bgAccFollowNode1" presStyleIdx="1" presStyleCnt="4">
        <dgm:presLayoutVars>
          <dgm:bulletEnabled val="1"/>
        </dgm:presLayoutVars>
      </dgm:prSet>
      <dgm:spPr/>
    </dgm:pt>
    <dgm:pt modelId="{A8794372-E316-41DE-91AF-338D8E2D4B0D}" type="pres">
      <dgm:prSet presAssocID="{BC825A29-8334-4E41-BA2A-CFAD7E92D9FE}" presName="negSpace" presStyleCnt="0"/>
      <dgm:spPr/>
    </dgm:pt>
    <dgm:pt modelId="{A6F164DC-C549-4D66-9344-EF85835635F0}" type="pres">
      <dgm:prSet presAssocID="{BC825A29-8334-4E41-BA2A-CFAD7E92D9FE}" presName="circle" presStyleLbl="node1" presStyleIdx="0" presStyleCnt="2" custScaleX="51278" custScaleY="53462" custLinFactNeighborX="34032" custLinFactNeighborY="6126"/>
      <dgm:spPr/>
    </dgm:pt>
    <dgm:pt modelId="{B0798BBC-BE8D-46BD-B1E7-9AAC033672BA}" type="pres">
      <dgm:prSet presAssocID="{734089C5-C7BC-4872-BFCB-D6AFAB94F329}" presName="transSpace" presStyleCnt="0"/>
      <dgm:spPr/>
    </dgm:pt>
    <dgm:pt modelId="{F40776F1-E8F6-4BDC-83DA-3B7D333E19AE}" type="pres">
      <dgm:prSet presAssocID="{45BE2A5D-126C-4EC2-A807-F521EA1AF689}" presName="posSpace" presStyleCnt="0"/>
      <dgm:spPr/>
    </dgm:pt>
    <dgm:pt modelId="{5D65C73D-CD14-404F-90F1-B7F713F15F5D}" type="pres">
      <dgm:prSet presAssocID="{45BE2A5D-126C-4EC2-A807-F521EA1AF689}" presName="vertFlow" presStyleCnt="0"/>
      <dgm:spPr/>
    </dgm:pt>
    <dgm:pt modelId="{3B15A966-401A-4997-A37E-DF304406C45A}" type="pres">
      <dgm:prSet presAssocID="{45BE2A5D-126C-4EC2-A807-F521EA1AF689}" presName="topSpace" presStyleCnt="0"/>
      <dgm:spPr/>
    </dgm:pt>
    <dgm:pt modelId="{6980DE2F-9759-4B19-9D3C-CC1539A32E46}" type="pres">
      <dgm:prSet presAssocID="{45BE2A5D-126C-4EC2-A807-F521EA1AF689}" presName="firstComp" presStyleCnt="0"/>
      <dgm:spPr/>
    </dgm:pt>
    <dgm:pt modelId="{4B556FD5-E320-4644-BE87-0FF8FF23862C}" type="pres">
      <dgm:prSet presAssocID="{45BE2A5D-126C-4EC2-A807-F521EA1AF689}" presName="firstChild" presStyleLbl="bgAccFollowNode1" presStyleIdx="2" presStyleCnt="4" custScaleY="79913" custLinFactNeighborX="-36514"/>
      <dgm:spPr/>
    </dgm:pt>
    <dgm:pt modelId="{BE77EE1F-47C7-4E9A-BB7D-DA5307D1FB59}" type="pres">
      <dgm:prSet presAssocID="{45BE2A5D-126C-4EC2-A807-F521EA1AF689}" presName="firstChildTx" presStyleLbl="bgAccFollowNode1" presStyleIdx="2" presStyleCnt="4">
        <dgm:presLayoutVars>
          <dgm:bulletEnabled val="1"/>
        </dgm:presLayoutVars>
      </dgm:prSet>
      <dgm:spPr/>
    </dgm:pt>
    <dgm:pt modelId="{DFF26D18-47C8-41B6-BD2E-4E94A35249AD}" type="pres">
      <dgm:prSet presAssocID="{25C8E61B-3B1E-4EED-9F02-F6CDD03355F3}" presName="comp" presStyleCnt="0"/>
      <dgm:spPr/>
    </dgm:pt>
    <dgm:pt modelId="{742D9881-866D-4AA0-A6FE-0764152CA01F}" type="pres">
      <dgm:prSet presAssocID="{25C8E61B-3B1E-4EED-9F02-F6CDD03355F3}" presName="child" presStyleLbl="bgAccFollowNode1" presStyleIdx="3" presStyleCnt="4" custScaleY="109603" custLinFactNeighborX="-36512"/>
      <dgm:spPr/>
    </dgm:pt>
    <dgm:pt modelId="{721E4598-DBF9-4CFF-A72A-6DEC4D263F14}" type="pres">
      <dgm:prSet presAssocID="{25C8E61B-3B1E-4EED-9F02-F6CDD03355F3}" presName="childTx" presStyleLbl="bgAccFollowNode1" presStyleIdx="3" presStyleCnt="4">
        <dgm:presLayoutVars>
          <dgm:bulletEnabled val="1"/>
        </dgm:presLayoutVars>
      </dgm:prSet>
      <dgm:spPr/>
    </dgm:pt>
    <dgm:pt modelId="{3C831FFE-4D49-4FC9-9C13-A9F863708691}" type="pres">
      <dgm:prSet presAssocID="{45BE2A5D-126C-4EC2-A807-F521EA1AF689}" presName="negSpace" presStyleCnt="0"/>
      <dgm:spPr/>
    </dgm:pt>
    <dgm:pt modelId="{757DCD82-C8EC-4D70-B1CD-BA3E3220DAEA}" type="pres">
      <dgm:prSet presAssocID="{45BE2A5D-126C-4EC2-A807-F521EA1AF689}" presName="circle" presStyleLbl="node1" presStyleIdx="1" presStyleCnt="2" custScaleX="52962" custScaleY="49564" custLinFactNeighborX="10565" custLinFactNeighborY="11516"/>
      <dgm:spPr/>
    </dgm:pt>
  </dgm:ptLst>
  <dgm:cxnLst>
    <dgm:cxn modelId="{6019E706-5A13-4883-9639-C375ABFAE7B2}" type="presOf" srcId="{BC825A29-8334-4E41-BA2A-CFAD7E92D9FE}" destId="{A6F164DC-C549-4D66-9344-EF85835635F0}" srcOrd="0" destOrd="0" presId="urn:microsoft.com/office/officeart/2005/8/layout/hList9"/>
    <dgm:cxn modelId="{3FAF9217-D214-4F91-B49C-AE5916A38F5C}" type="presOf" srcId="{25C8E61B-3B1E-4EED-9F02-F6CDD03355F3}" destId="{721E4598-DBF9-4CFF-A72A-6DEC4D263F14}" srcOrd="1" destOrd="0" presId="urn:microsoft.com/office/officeart/2005/8/layout/hList9"/>
    <dgm:cxn modelId="{7E29C32D-5E99-43B0-93C7-1D7F4360DEC6}" srcId="{BA032A2F-7896-4FB6-B6CA-8E9007E12522}" destId="{BC825A29-8334-4E41-BA2A-CFAD7E92D9FE}" srcOrd="0" destOrd="0" parTransId="{8DC36585-0AFE-4399-AA60-49C700A65E00}" sibTransId="{734089C5-C7BC-4872-BFCB-D6AFAB94F329}"/>
    <dgm:cxn modelId="{4122CD46-7F6B-49AC-98D3-842F7688F627}" srcId="{BC825A29-8334-4E41-BA2A-CFAD7E92D9FE}" destId="{3FFE6126-ADBB-4251-AF07-7AE2468EE989}" srcOrd="0" destOrd="0" parTransId="{0D5BC246-F4C3-4DF2-990C-F4E2D724F7A5}" sibTransId="{A85DE5D1-B7AE-4F6D-AFD9-9C31776AAD2E}"/>
    <dgm:cxn modelId="{D2AA2277-121B-45E0-A445-3350346F482B}" type="presOf" srcId="{AEB82C77-EF14-4E72-8D62-78DE0CF577C1}" destId="{57273ED8-C076-4042-B0AA-5F1FAEA7F3B1}" srcOrd="1" destOrd="0" presId="urn:microsoft.com/office/officeart/2005/8/layout/hList9"/>
    <dgm:cxn modelId="{2BA9E257-3340-4ECB-9EE2-BC3DA8F63E64}" srcId="{BC825A29-8334-4E41-BA2A-CFAD7E92D9FE}" destId="{AEB82C77-EF14-4E72-8D62-78DE0CF577C1}" srcOrd="1" destOrd="0" parTransId="{D93BEBB5-83C9-4116-90DF-18B2B5DE99AD}" sibTransId="{BA700CE7-F1F7-495B-9327-53373CEC0AAF}"/>
    <dgm:cxn modelId="{72F3F978-7000-4BBB-BD02-356A69EBF54C}" srcId="{BA032A2F-7896-4FB6-B6CA-8E9007E12522}" destId="{45BE2A5D-126C-4EC2-A807-F521EA1AF689}" srcOrd="1" destOrd="0" parTransId="{0CDBF1DF-D960-47BF-8CC8-7F5204BCA07F}" sibTransId="{628D3A9D-F9DD-4744-A9BC-BBF95297D66E}"/>
    <dgm:cxn modelId="{FE3EC17C-F59F-48C9-B64F-48E5A67B5D3B}" type="presOf" srcId="{8D900266-E3F4-43BC-BD35-BB01026094FD}" destId="{4B556FD5-E320-4644-BE87-0FF8FF23862C}" srcOrd="0" destOrd="0" presId="urn:microsoft.com/office/officeart/2005/8/layout/hList9"/>
    <dgm:cxn modelId="{FB25817E-2B1A-4D4F-89B9-0A606573DA22}" type="presOf" srcId="{45BE2A5D-126C-4EC2-A807-F521EA1AF689}" destId="{757DCD82-C8EC-4D70-B1CD-BA3E3220DAEA}" srcOrd="0" destOrd="0" presId="urn:microsoft.com/office/officeart/2005/8/layout/hList9"/>
    <dgm:cxn modelId="{837D2E8C-8E74-4992-8797-EAAF899CD453}" srcId="{45BE2A5D-126C-4EC2-A807-F521EA1AF689}" destId="{8D900266-E3F4-43BC-BD35-BB01026094FD}" srcOrd="0" destOrd="0" parTransId="{81E7F756-3B72-40F4-A880-2569B3852613}" sibTransId="{4D177A1D-BD0A-4373-B39F-6FA3CFD8E559}"/>
    <dgm:cxn modelId="{BF84D391-747D-4DDF-A2FE-E37801F8F502}" type="presOf" srcId="{3FFE6126-ADBB-4251-AF07-7AE2468EE989}" destId="{FFD86BD8-2EC2-4D04-9BCC-37C8F6BC9509}" srcOrd="1" destOrd="0" presId="urn:microsoft.com/office/officeart/2005/8/layout/hList9"/>
    <dgm:cxn modelId="{D7F8A2A5-6D46-4A37-A4A6-DEE39920F203}" type="presOf" srcId="{3FFE6126-ADBB-4251-AF07-7AE2468EE989}" destId="{39D58CA2-8963-4161-B4D5-53E4DBC0F77E}" srcOrd="0" destOrd="0" presId="urn:microsoft.com/office/officeart/2005/8/layout/hList9"/>
    <dgm:cxn modelId="{013B5FA7-8910-4A62-A9B6-D620A3E80153}" type="presOf" srcId="{AEB82C77-EF14-4E72-8D62-78DE0CF577C1}" destId="{9CDE9F79-2F77-4B3A-A2F3-28855B213513}" srcOrd="0" destOrd="0" presId="urn:microsoft.com/office/officeart/2005/8/layout/hList9"/>
    <dgm:cxn modelId="{4DEB79B2-E400-4150-8A49-C91A25FEFF1A}" type="presOf" srcId="{8D900266-E3F4-43BC-BD35-BB01026094FD}" destId="{BE77EE1F-47C7-4E9A-BB7D-DA5307D1FB59}" srcOrd="1" destOrd="0" presId="urn:microsoft.com/office/officeart/2005/8/layout/hList9"/>
    <dgm:cxn modelId="{423119B6-63C9-4EF5-B9CE-B143C4E6FF45}" type="presOf" srcId="{25C8E61B-3B1E-4EED-9F02-F6CDD03355F3}" destId="{742D9881-866D-4AA0-A6FE-0764152CA01F}" srcOrd="0" destOrd="0" presId="urn:microsoft.com/office/officeart/2005/8/layout/hList9"/>
    <dgm:cxn modelId="{C6434BCE-565E-4381-B47F-21203814089B}" srcId="{45BE2A5D-126C-4EC2-A807-F521EA1AF689}" destId="{25C8E61B-3B1E-4EED-9F02-F6CDD03355F3}" srcOrd="1" destOrd="0" parTransId="{04C353E4-1EFC-488B-9C35-2013A7EF08A1}" sibTransId="{6FDBF4E7-51B2-4EB2-970A-758075793086}"/>
    <dgm:cxn modelId="{86E23FDE-0523-4A21-9B90-C2F411A43CFC}" type="presOf" srcId="{BA032A2F-7896-4FB6-B6CA-8E9007E12522}" destId="{051696A2-A071-40DF-A0B6-A28F74C61B6A}" srcOrd="0" destOrd="0" presId="urn:microsoft.com/office/officeart/2005/8/layout/hList9"/>
    <dgm:cxn modelId="{3EFD140A-EC08-4BFE-B32C-8AA18801D823}" type="presParOf" srcId="{051696A2-A071-40DF-A0B6-A28F74C61B6A}" destId="{0C00CE01-37FB-4652-ACF2-2FE7BB108B47}" srcOrd="0" destOrd="0" presId="urn:microsoft.com/office/officeart/2005/8/layout/hList9"/>
    <dgm:cxn modelId="{430845ED-261E-4B98-8C9F-806D888B2B9F}" type="presParOf" srcId="{051696A2-A071-40DF-A0B6-A28F74C61B6A}" destId="{F71D5DFB-02CA-484C-BE23-0EF0A65FDD1A}" srcOrd="1" destOrd="0" presId="urn:microsoft.com/office/officeart/2005/8/layout/hList9"/>
    <dgm:cxn modelId="{8709BB59-D746-4E36-9451-B5E5CCAF2A2F}" type="presParOf" srcId="{F71D5DFB-02CA-484C-BE23-0EF0A65FDD1A}" destId="{0FA5A569-6EBF-4212-9B82-0EB0897D41F6}" srcOrd="0" destOrd="0" presId="urn:microsoft.com/office/officeart/2005/8/layout/hList9"/>
    <dgm:cxn modelId="{F45E8667-332F-414F-8E48-B910EC5E8CC6}" type="presParOf" srcId="{F71D5DFB-02CA-484C-BE23-0EF0A65FDD1A}" destId="{5005F853-7646-479D-A418-8E9BF06EBAC0}" srcOrd="1" destOrd="0" presId="urn:microsoft.com/office/officeart/2005/8/layout/hList9"/>
    <dgm:cxn modelId="{196BD626-C2E0-4DD2-9809-9A72D0E46EA5}" type="presParOf" srcId="{5005F853-7646-479D-A418-8E9BF06EBAC0}" destId="{39D58CA2-8963-4161-B4D5-53E4DBC0F77E}" srcOrd="0" destOrd="0" presId="urn:microsoft.com/office/officeart/2005/8/layout/hList9"/>
    <dgm:cxn modelId="{56F353D0-70BD-47B1-B020-CB962942BCB5}" type="presParOf" srcId="{5005F853-7646-479D-A418-8E9BF06EBAC0}" destId="{FFD86BD8-2EC2-4D04-9BCC-37C8F6BC9509}" srcOrd="1" destOrd="0" presId="urn:microsoft.com/office/officeart/2005/8/layout/hList9"/>
    <dgm:cxn modelId="{FCD932C7-E03C-4FEE-888B-D09785BAADFC}" type="presParOf" srcId="{F71D5DFB-02CA-484C-BE23-0EF0A65FDD1A}" destId="{6BC4EE29-A56D-42C1-A454-294E2CC1DBD3}" srcOrd="2" destOrd="0" presId="urn:microsoft.com/office/officeart/2005/8/layout/hList9"/>
    <dgm:cxn modelId="{0054E26E-99AB-4DE0-BCF5-D995B25154CD}" type="presParOf" srcId="{6BC4EE29-A56D-42C1-A454-294E2CC1DBD3}" destId="{9CDE9F79-2F77-4B3A-A2F3-28855B213513}" srcOrd="0" destOrd="0" presId="urn:microsoft.com/office/officeart/2005/8/layout/hList9"/>
    <dgm:cxn modelId="{DA3AED07-62DF-44F7-BFE2-9E3EC7115C0A}" type="presParOf" srcId="{6BC4EE29-A56D-42C1-A454-294E2CC1DBD3}" destId="{57273ED8-C076-4042-B0AA-5F1FAEA7F3B1}" srcOrd="1" destOrd="0" presId="urn:microsoft.com/office/officeart/2005/8/layout/hList9"/>
    <dgm:cxn modelId="{74D68B5E-065B-4DA0-9230-BDC687D8F103}" type="presParOf" srcId="{051696A2-A071-40DF-A0B6-A28F74C61B6A}" destId="{A8794372-E316-41DE-91AF-338D8E2D4B0D}" srcOrd="2" destOrd="0" presId="urn:microsoft.com/office/officeart/2005/8/layout/hList9"/>
    <dgm:cxn modelId="{0BB60231-8C62-46F8-846E-05898103F8C4}" type="presParOf" srcId="{051696A2-A071-40DF-A0B6-A28F74C61B6A}" destId="{A6F164DC-C549-4D66-9344-EF85835635F0}" srcOrd="3" destOrd="0" presId="urn:microsoft.com/office/officeart/2005/8/layout/hList9"/>
    <dgm:cxn modelId="{3ECD3898-36B6-4922-9B06-37D83BA086DD}" type="presParOf" srcId="{051696A2-A071-40DF-A0B6-A28F74C61B6A}" destId="{B0798BBC-BE8D-46BD-B1E7-9AAC033672BA}" srcOrd="4" destOrd="0" presId="urn:microsoft.com/office/officeart/2005/8/layout/hList9"/>
    <dgm:cxn modelId="{F584B054-B807-43ED-8563-DD78E880A43F}" type="presParOf" srcId="{051696A2-A071-40DF-A0B6-A28F74C61B6A}" destId="{F40776F1-E8F6-4BDC-83DA-3B7D333E19AE}" srcOrd="5" destOrd="0" presId="urn:microsoft.com/office/officeart/2005/8/layout/hList9"/>
    <dgm:cxn modelId="{D7586D90-6923-4D72-8178-C474A1E12CF4}" type="presParOf" srcId="{051696A2-A071-40DF-A0B6-A28F74C61B6A}" destId="{5D65C73D-CD14-404F-90F1-B7F713F15F5D}" srcOrd="6" destOrd="0" presId="urn:microsoft.com/office/officeart/2005/8/layout/hList9"/>
    <dgm:cxn modelId="{4EC28D31-7181-4588-9A1A-C8C0A6D6978A}" type="presParOf" srcId="{5D65C73D-CD14-404F-90F1-B7F713F15F5D}" destId="{3B15A966-401A-4997-A37E-DF304406C45A}" srcOrd="0" destOrd="0" presId="urn:microsoft.com/office/officeart/2005/8/layout/hList9"/>
    <dgm:cxn modelId="{33595B3F-5EB8-4C90-97C2-0F8A376E0479}" type="presParOf" srcId="{5D65C73D-CD14-404F-90F1-B7F713F15F5D}" destId="{6980DE2F-9759-4B19-9D3C-CC1539A32E46}" srcOrd="1" destOrd="0" presId="urn:microsoft.com/office/officeart/2005/8/layout/hList9"/>
    <dgm:cxn modelId="{5EE33A50-1546-42D3-B705-F7BCBD8040EC}" type="presParOf" srcId="{6980DE2F-9759-4B19-9D3C-CC1539A32E46}" destId="{4B556FD5-E320-4644-BE87-0FF8FF23862C}" srcOrd="0" destOrd="0" presId="urn:microsoft.com/office/officeart/2005/8/layout/hList9"/>
    <dgm:cxn modelId="{418768B0-EAD0-4A8D-9985-A41A8B554551}" type="presParOf" srcId="{6980DE2F-9759-4B19-9D3C-CC1539A32E46}" destId="{BE77EE1F-47C7-4E9A-BB7D-DA5307D1FB59}" srcOrd="1" destOrd="0" presId="urn:microsoft.com/office/officeart/2005/8/layout/hList9"/>
    <dgm:cxn modelId="{308DB5E7-ADFB-426F-9893-4773A8875127}" type="presParOf" srcId="{5D65C73D-CD14-404F-90F1-B7F713F15F5D}" destId="{DFF26D18-47C8-41B6-BD2E-4E94A35249AD}" srcOrd="2" destOrd="0" presId="urn:microsoft.com/office/officeart/2005/8/layout/hList9"/>
    <dgm:cxn modelId="{6DDA779B-3690-4E5D-93CD-8E182DE4AB81}" type="presParOf" srcId="{DFF26D18-47C8-41B6-BD2E-4E94A35249AD}" destId="{742D9881-866D-4AA0-A6FE-0764152CA01F}" srcOrd="0" destOrd="0" presId="urn:microsoft.com/office/officeart/2005/8/layout/hList9"/>
    <dgm:cxn modelId="{91B88E4A-7767-4FE3-93C9-0BB67BEDC0F9}" type="presParOf" srcId="{DFF26D18-47C8-41B6-BD2E-4E94A35249AD}" destId="{721E4598-DBF9-4CFF-A72A-6DEC4D263F14}" srcOrd="1" destOrd="0" presId="urn:microsoft.com/office/officeart/2005/8/layout/hList9"/>
    <dgm:cxn modelId="{395F4B76-33DF-4148-9F50-0C2CB566536E}" type="presParOf" srcId="{051696A2-A071-40DF-A0B6-A28F74C61B6A}" destId="{3C831FFE-4D49-4FC9-9C13-A9F863708691}" srcOrd="7" destOrd="0" presId="urn:microsoft.com/office/officeart/2005/8/layout/hList9"/>
    <dgm:cxn modelId="{4A05187B-F335-479C-B9AB-58BBEDEA8A51}" type="presParOf" srcId="{051696A2-A071-40DF-A0B6-A28F74C61B6A}" destId="{757DCD82-C8EC-4D70-B1CD-BA3E3220DAEA}" srcOrd="8" destOrd="0" presId="urn:microsoft.com/office/officeart/2005/8/layout/hList9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2EAF44C-5511-4E88-B24C-A1111E49C401}" type="doc">
      <dgm:prSet loTypeId="urn:microsoft.com/office/officeart/2005/8/layout/hList9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54A9844F-8A4D-4352-9575-21E222261A99}">
      <dgm:prSet phldrT="[Text]" phldr="0"/>
      <dgm:spPr/>
      <dgm:t>
        <a:bodyPr/>
        <a:lstStyle/>
        <a:p>
          <a:r>
            <a:rPr lang="en-US" dirty="0"/>
            <a:t>5</a:t>
          </a:r>
          <a:r>
            <a:rPr lang="en-US" baseline="30000" dirty="0"/>
            <a:t>th</a:t>
          </a:r>
          <a:r>
            <a:rPr lang="en-US" dirty="0"/>
            <a:t> </a:t>
          </a:r>
          <a:endParaRPr lang="en-IN" dirty="0"/>
        </a:p>
      </dgm:t>
    </dgm:pt>
    <dgm:pt modelId="{1226E927-AFFF-43B7-9A6A-31D8F3FE5819}" type="parTrans" cxnId="{03C975A1-F168-4B09-AE9A-B58B441C066D}">
      <dgm:prSet/>
      <dgm:spPr/>
      <dgm:t>
        <a:bodyPr/>
        <a:lstStyle/>
        <a:p>
          <a:endParaRPr lang="en-IN"/>
        </a:p>
      </dgm:t>
    </dgm:pt>
    <dgm:pt modelId="{3DEAB8B4-0527-4513-AFD1-9B9D62320F05}" type="sibTrans" cxnId="{03C975A1-F168-4B09-AE9A-B58B441C066D}">
      <dgm:prSet/>
      <dgm:spPr/>
      <dgm:t>
        <a:bodyPr/>
        <a:lstStyle/>
        <a:p>
          <a:endParaRPr lang="en-IN"/>
        </a:p>
      </dgm:t>
    </dgm:pt>
    <dgm:pt modelId="{A33AD5E1-0662-4AD9-B35F-EB73F092EFE4}">
      <dgm:prSet phldrT="[Text]" phldr="0" custT="1"/>
      <dgm:spPr/>
      <dgm:t>
        <a:bodyPr/>
        <a:lstStyle/>
        <a:p>
          <a:pPr algn="ctr"/>
          <a:r>
            <a:rPr lang="en-US" sz="2400" dirty="0"/>
            <a:t>Data Preparation</a:t>
          </a:r>
          <a:endParaRPr lang="en-IN" sz="2400" dirty="0"/>
        </a:p>
      </dgm:t>
    </dgm:pt>
    <dgm:pt modelId="{75C8E889-3AAF-478F-A63A-1F3E0A816887}" type="parTrans" cxnId="{B7C96B24-95C1-48DE-A6B4-F04C214D710E}">
      <dgm:prSet/>
      <dgm:spPr/>
      <dgm:t>
        <a:bodyPr/>
        <a:lstStyle/>
        <a:p>
          <a:endParaRPr lang="en-IN"/>
        </a:p>
      </dgm:t>
    </dgm:pt>
    <dgm:pt modelId="{18F9C0BD-C1C4-41A7-9C2C-D2B8CD51BDAB}" type="sibTrans" cxnId="{B7C96B24-95C1-48DE-A6B4-F04C214D710E}">
      <dgm:prSet/>
      <dgm:spPr/>
      <dgm:t>
        <a:bodyPr/>
        <a:lstStyle/>
        <a:p>
          <a:endParaRPr lang="en-IN"/>
        </a:p>
      </dgm:t>
    </dgm:pt>
    <dgm:pt modelId="{86B785C7-4EE5-47F9-8221-8BC1B72174F5}">
      <dgm:prSet phldrT="[Text]"/>
      <dgm:spPr/>
      <dgm:t>
        <a:bodyPr/>
        <a:lstStyle/>
        <a:p>
          <a:pPr>
            <a:buNone/>
          </a:pPr>
          <a:r>
            <a:rPr lang="en-US" dirty="0"/>
            <a:t>Data cleaned, encoded, and preprocessed for model training</a:t>
          </a:r>
          <a:endParaRPr lang="en-IN" dirty="0"/>
        </a:p>
      </dgm:t>
    </dgm:pt>
    <dgm:pt modelId="{00CAA0F1-9339-4F2B-8EA6-540C7787CDB5}" type="parTrans" cxnId="{05205CF1-A805-494F-BCE3-4BE42E23DD54}">
      <dgm:prSet/>
      <dgm:spPr/>
      <dgm:t>
        <a:bodyPr/>
        <a:lstStyle/>
        <a:p>
          <a:endParaRPr lang="en-IN"/>
        </a:p>
      </dgm:t>
    </dgm:pt>
    <dgm:pt modelId="{A7994429-7212-4162-9228-3FE3C0F6DE60}" type="sibTrans" cxnId="{05205CF1-A805-494F-BCE3-4BE42E23DD54}">
      <dgm:prSet/>
      <dgm:spPr/>
      <dgm:t>
        <a:bodyPr/>
        <a:lstStyle/>
        <a:p>
          <a:endParaRPr lang="en-IN"/>
        </a:p>
      </dgm:t>
    </dgm:pt>
    <dgm:pt modelId="{132243E8-FF8F-454C-A230-DC3FF897D24B}" type="pres">
      <dgm:prSet presAssocID="{82EAF44C-5511-4E88-B24C-A1111E49C401}" presName="list" presStyleCnt="0">
        <dgm:presLayoutVars>
          <dgm:dir/>
          <dgm:animLvl val="lvl"/>
        </dgm:presLayoutVars>
      </dgm:prSet>
      <dgm:spPr/>
    </dgm:pt>
    <dgm:pt modelId="{7729E364-0272-4092-9534-23DB2B89D043}" type="pres">
      <dgm:prSet presAssocID="{54A9844F-8A4D-4352-9575-21E222261A99}" presName="posSpace" presStyleCnt="0"/>
      <dgm:spPr/>
    </dgm:pt>
    <dgm:pt modelId="{27AAF286-0E66-43B9-96BC-A6F6393ACB46}" type="pres">
      <dgm:prSet presAssocID="{54A9844F-8A4D-4352-9575-21E222261A99}" presName="vertFlow" presStyleCnt="0"/>
      <dgm:spPr/>
    </dgm:pt>
    <dgm:pt modelId="{1543D35D-60ED-4F44-94F5-30156C0A375B}" type="pres">
      <dgm:prSet presAssocID="{54A9844F-8A4D-4352-9575-21E222261A99}" presName="topSpace" presStyleCnt="0"/>
      <dgm:spPr/>
    </dgm:pt>
    <dgm:pt modelId="{B9F43289-3775-4E3B-ACC0-92A9941E83CE}" type="pres">
      <dgm:prSet presAssocID="{54A9844F-8A4D-4352-9575-21E222261A99}" presName="firstComp" presStyleCnt="0"/>
      <dgm:spPr/>
    </dgm:pt>
    <dgm:pt modelId="{EC9157FC-A5C2-48A8-89E3-9A877B81CD72}" type="pres">
      <dgm:prSet presAssocID="{54A9844F-8A4D-4352-9575-21E222261A99}" presName="firstChild" presStyleLbl="bgAccFollowNode1" presStyleIdx="0" presStyleCnt="2" custScaleY="58678"/>
      <dgm:spPr/>
    </dgm:pt>
    <dgm:pt modelId="{32E2D04E-AA67-4FB6-8EA3-6A9A4DC6C118}" type="pres">
      <dgm:prSet presAssocID="{54A9844F-8A4D-4352-9575-21E222261A99}" presName="firstChildTx" presStyleLbl="bgAccFollowNode1" presStyleIdx="0" presStyleCnt="2">
        <dgm:presLayoutVars>
          <dgm:bulletEnabled val="1"/>
        </dgm:presLayoutVars>
      </dgm:prSet>
      <dgm:spPr/>
    </dgm:pt>
    <dgm:pt modelId="{A7DD488D-0A72-4933-9941-3A3334199A1D}" type="pres">
      <dgm:prSet presAssocID="{86B785C7-4EE5-47F9-8221-8BC1B72174F5}" presName="comp" presStyleCnt="0"/>
      <dgm:spPr/>
    </dgm:pt>
    <dgm:pt modelId="{A32F2690-03F9-49DB-A4D9-B9A00EA3E151}" type="pres">
      <dgm:prSet presAssocID="{86B785C7-4EE5-47F9-8221-8BC1B72174F5}" presName="child" presStyleLbl="bgAccFollowNode1" presStyleIdx="1" presStyleCnt="2" custScaleY="130742"/>
      <dgm:spPr/>
    </dgm:pt>
    <dgm:pt modelId="{F6027CDB-6698-4A66-B713-0FE26A456247}" type="pres">
      <dgm:prSet presAssocID="{86B785C7-4EE5-47F9-8221-8BC1B72174F5}" presName="childTx" presStyleLbl="bgAccFollowNode1" presStyleIdx="1" presStyleCnt="2">
        <dgm:presLayoutVars>
          <dgm:bulletEnabled val="1"/>
        </dgm:presLayoutVars>
      </dgm:prSet>
      <dgm:spPr/>
    </dgm:pt>
    <dgm:pt modelId="{6166A80F-5265-4A14-8070-EEE54B0B1108}" type="pres">
      <dgm:prSet presAssocID="{54A9844F-8A4D-4352-9575-21E222261A99}" presName="negSpace" presStyleCnt="0"/>
      <dgm:spPr/>
    </dgm:pt>
    <dgm:pt modelId="{985747FD-FC76-480F-A7C1-BBFAAF739A6F}" type="pres">
      <dgm:prSet presAssocID="{54A9844F-8A4D-4352-9575-21E222261A99}" presName="circle" presStyleLbl="node1" presStyleIdx="0" presStyleCnt="1" custScaleX="53829" custScaleY="52887" custLinFactNeighborX="33787" custLinFactNeighborY="4713"/>
      <dgm:spPr/>
    </dgm:pt>
  </dgm:ptLst>
  <dgm:cxnLst>
    <dgm:cxn modelId="{44073E0C-32CE-4206-9C75-ACD14AA57A5C}" type="presOf" srcId="{54A9844F-8A4D-4352-9575-21E222261A99}" destId="{985747FD-FC76-480F-A7C1-BBFAAF739A6F}" srcOrd="0" destOrd="0" presId="urn:microsoft.com/office/officeart/2005/8/layout/hList9"/>
    <dgm:cxn modelId="{B7C96B24-95C1-48DE-A6B4-F04C214D710E}" srcId="{54A9844F-8A4D-4352-9575-21E222261A99}" destId="{A33AD5E1-0662-4AD9-B35F-EB73F092EFE4}" srcOrd="0" destOrd="0" parTransId="{75C8E889-3AAF-478F-A63A-1F3E0A816887}" sibTransId="{18F9C0BD-C1C4-41A7-9C2C-D2B8CD51BDAB}"/>
    <dgm:cxn modelId="{42676D57-FFE0-4C45-A5DC-748FAC5777B3}" type="presOf" srcId="{86B785C7-4EE5-47F9-8221-8BC1B72174F5}" destId="{F6027CDB-6698-4A66-B713-0FE26A456247}" srcOrd="1" destOrd="0" presId="urn:microsoft.com/office/officeart/2005/8/layout/hList9"/>
    <dgm:cxn modelId="{03C975A1-F168-4B09-AE9A-B58B441C066D}" srcId="{82EAF44C-5511-4E88-B24C-A1111E49C401}" destId="{54A9844F-8A4D-4352-9575-21E222261A99}" srcOrd="0" destOrd="0" parTransId="{1226E927-AFFF-43B7-9A6A-31D8F3FE5819}" sibTransId="{3DEAB8B4-0527-4513-AFD1-9B9D62320F05}"/>
    <dgm:cxn modelId="{7C3616BF-1214-44FB-A24A-FE6BBADE61E2}" type="presOf" srcId="{82EAF44C-5511-4E88-B24C-A1111E49C401}" destId="{132243E8-FF8F-454C-A230-DC3FF897D24B}" srcOrd="0" destOrd="0" presId="urn:microsoft.com/office/officeart/2005/8/layout/hList9"/>
    <dgm:cxn modelId="{EE3966C9-3489-4DB5-B165-D24B27E74503}" type="presOf" srcId="{A33AD5E1-0662-4AD9-B35F-EB73F092EFE4}" destId="{32E2D04E-AA67-4FB6-8EA3-6A9A4DC6C118}" srcOrd="1" destOrd="0" presId="urn:microsoft.com/office/officeart/2005/8/layout/hList9"/>
    <dgm:cxn modelId="{05205CF1-A805-494F-BCE3-4BE42E23DD54}" srcId="{54A9844F-8A4D-4352-9575-21E222261A99}" destId="{86B785C7-4EE5-47F9-8221-8BC1B72174F5}" srcOrd="1" destOrd="0" parTransId="{00CAA0F1-9339-4F2B-8EA6-540C7787CDB5}" sibTransId="{A7994429-7212-4162-9228-3FE3C0F6DE60}"/>
    <dgm:cxn modelId="{608DD9F3-12D5-479A-97A5-8BB8914314AC}" type="presOf" srcId="{A33AD5E1-0662-4AD9-B35F-EB73F092EFE4}" destId="{EC9157FC-A5C2-48A8-89E3-9A877B81CD72}" srcOrd="0" destOrd="0" presId="urn:microsoft.com/office/officeart/2005/8/layout/hList9"/>
    <dgm:cxn modelId="{5B9A0FFD-6ECC-4595-BD18-59AF0AB62F36}" type="presOf" srcId="{86B785C7-4EE5-47F9-8221-8BC1B72174F5}" destId="{A32F2690-03F9-49DB-A4D9-B9A00EA3E151}" srcOrd="0" destOrd="0" presId="urn:microsoft.com/office/officeart/2005/8/layout/hList9"/>
    <dgm:cxn modelId="{3340807C-6187-4A1B-A0D4-F24D5ECDB949}" type="presParOf" srcId="{132243E8-FF8F-454C-A230-DC3FF897D24B}" destId="{7729E364-0272-4092-9534-23DB2B89D043}" srcOrd="0" destOrd="0" presId="urn:microsoft.com/office/officeart/2005/8/layout/hList9"/>
    <dgm:cxn modelId="{EB35633F-226F-4F5B-8BFA-0531B7238E95}" type="presParOf" srcId="{132243E8-FF8F-454C-A230-DC3FF897D24B}" destId="{27AAF286-0E66-43B9-96BC-A6F6393ACB46}" srcOrd="1" destOrd="0" presId="urn:microsoft.com/office/officeart/2005/8/layout/hList9"/>
    <dgm:cxn modelId="{57D9D5F8-E581-4220-8F5B-4AE1E0D04D24}" type="presParOf" srcId="{27AAF286-0E66-43B9-96BC-A6F6393ACB46}" destId="{1543D35D-60ED-4F44-94F5-30156C0A375B}" srcOrd="0" destOrd="0" presId="urn:microsoft.com/office/officeart/2005/8/layout/hList9"/>
    <dgm:cxn modelId="{2BDC6A86-3601-4D53-90AC-6D7382AF3851}" type="presParOf" srcId="{27AAF286-0E66-43B9-96BC-A6F6393ACB46}" destId="{B9F43289-3775-4E3B-ACC0-92A9941E83CE}" srcOrd="1" destOrd="0" presId="urn:microsoft.com/office/officeart/2005/8/layout/hList9"/>
    <dgm:cxn modelId="{804810A0-782F-4F05-ADF3-C2DA120AC651}" type="presParOf" srcId="{B9F43289-3775-4E3B-ACC0-92A9941E83CE}" destId="{EC9157FC-A5C2-48A8-89E3-9A877B81CD72}" srcOrd="0" destOrd="0" presId="urn:microsoft.com/office/officeart/2005/8/layout/hList9"/>
    <dgm:cxn modelId="{582884AE-CFE7-4BCB-83B7-AE64042F0819}" type="presParOf" srcId="{B9F43289-3775-4E3B-ACC0-92A9941E83CE}" destId="{32E2D04E-AA67-4FB6-8EA3-6A9A4DC6C118}" srcOrd="1" destOrd="0" presId="urn:microsoft.com/office/officeart/2005/8/layout/hList9"/>
    <dgm:cxn modelId="{472DC073-A94B-41E7-8A22-92E2FA9B201B}" type="presParOf" srcId="{27AAF286-0E66-43B9-96BC-A6F6393ACB46}" destId="{A7DD488D-0A72-4933-9941-3A3334199A1D}" srcOrd="2" destOrd="0" presId="urn:microsoft.com/office/officeart/2005/8/layout/hList9"/>
    <dgm:cxn modelId="{A5B6C5F3-5342-4BAB-856C-FC4AB1BF2715}" type="presParOf" srcId="{A7DD488D-0A72-4933-9941-3A3334199A1D}" destId="{A32F2690-03F9-49DB-A4D9-B9A00EA3E151}" srcOrd="0" destOrd="0" presId="urn:microsoft.com/office/officeart/2005/8/layout/hList9"/>
    <dgm:cxn modelId="{E65DEC88-F1AA-451C-9257-72310161089E}" type="presParOf" srcId="{A7DD488D-0A72-4933-9941-3A3334199A1D}" destId="{F6027CDB-6698-4A66-B713-0FE26A456247}" srcOrd="1" destOrd="0" presId="urn:microsoft.com/office/officeart/2005/8/layout/hList9"/>
    <dgm:cxn modelId="{CC3E00BB-7C79-4332-AE96-60F5EE7D0FCC}" type="presParOf" srcId="{132243E8-FF8F-454C-A230-DC3FF897D24B}" destId="{6166A80F-5265-4A14-8070-EEE54B0B1108}" srcOrd="2" destOrd="0" presId="urn:microsoft.com/office/officeart/2005/8/layout/hList9"/>
    <dgm:cxn modelId="{1A170667-3A70-4CF7-B7E6-7B3B87F6F85C}" type="presParOf" srcId="{132243E8-FF8F-454C-A230-DC3FF897D24B}" destId="{985747FD-FC76-480F-A7C1-BBFAAF739A6F}" srcOrd="3" destOrd="0" presId="urn:microsoft.com/office/officeart/2005/8/layout/hList9"/>
  </dgm:cxnLst>
  <dgm:bg/>
  <dgm:whole/>
  <dgm:extLst>
    <a:ext uri="http://schemas.microsoft.com/office/drawing/2008/diagram">
      <dsp:dataModelExt xmlns:dsp="http://schemas.microsoft.com/office/drawing/2008/diagram" relId="rId1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7469AEB-6C94-4168-9775-4BFEC0CB7E07}" type="doc">
      <dgm:prSet loTypeId="urn:microsoft.com/office/officeart/2005/8/layout/StepDown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C86B8B68-ABBA-4FEC-8E73-D6F9F7FA10BC}">
      <dgm:prSet phldrT="[Text]" phldr="0"/>
      <dgm:spPr/>
      <dgm:t>
        <a:bodyPr/>
        <a:lstStyle/>
        <a:p>
          <a:r>
            <a:rPr lang="en-US"/>
            <a:t>Dataset Integration</a:t>
          </a:r>
          <a:endParaRPr lang="en-IN" dirty="0"/>
        </a:p>
      </dgm:t>
    </dgm:pt>
    <dgm:pt modelId="{98B6BD37-93D9-4A97-B865-345D6CB00F06}" type="parTrans" cxnId="{038D9BF0-9D7E-44A8-B059-F4D132C026A2}">
      <dgm:prSet/>
      <dgm:spPr/>
      <dgm:t>
        <a:bodyPr/>
        <a:lstStyle/>
        <a:p>
          <a:endParaRPr lang="en-IN"/>
        </a:p>
      </dgm:t>
    </dgm:pt>
    <dgm:pt modelId="{D0A2237A-1530-46BF-B274-CF20BFF84945}" type="sibTrans" cxnId="{038D9BF0-9D7E-44A8-B059-F4D132C026A2}">
      <dgm:prSet/>
      <dgm:spPr/>
      <dgm:t>
        <a:bodyPr/>
        <a:lstStyle/>
        <a:p>
          <a:endParaRPr lang="en-IN"/>
        </a:p>
      </dgm:t>
    </dgm:pt>
    <dgm:pt modelId="{1532CC1D-9559-4E0C-B063-3891D00E6AFD}">
      <dgm:prSet phldrT="[Text]"/>
      <dgm:spPr/>
      <dgm:t>
        <a:bodyPr/>
        <a:lstStyle/>
        <a:p>
          <a:pPr>
            <a:buNone/>
          </a:pPr>
          <a:r>
            <a:rPr lang="en-US" b="1"/>
            <a:t>Encoding Resolution</a:t>
          </a:r>
          <a:endParaRPr lang="en-IN" dirty="0"/>
        </a:p>
      </dgm:t>
    </dgm:pt>
    <dgm:pt modelId="{7C23E1C2-4B9F-406C-B680-9EC751894C99}" type="parTrans" cxnId="{6A7D2CD6-9EDC-4C0D-AA8A-CF587909F740}">
      <dgm:prSet/>
      <dgm:spPr/>
      <dgm:t>
        <a:bodyPr/>
        <a:lstStyle/>
        <a:p>
          <a:endParaRPr lang="en-IN"/>
        </a:p>
      </dgm:t>
    </dgm:pt>
    <dgm:pt modelId="{BB4A38DF-2D45-4FA9-A5E2-539CC36CF6A2}" type="sibTrans" cxnId="{6A7D2CD6-9EDC-4C0D-AA8A-CF587909F740}">
      <dgm:prSet/>
      <dgm:spPr/>
      <dgm:t>
        <a:bodyPr/>
        <a:lstStyle/>
        <a:p>
          <a:endParaRPr lang="en-IN"/>
        </a:p>
      </dgm:t>
    </dgm:pt>
    <dgm:pt modelId="{4F481605-A246-4073-98FB-43A31D10AF08}">
      <dgm:prSet phldrT="[Text]"/>
      <dgm:spPr/>
      <dgm:t>
        <a:bodyPr/>
        <a:lstStyle/>
        <a:p>
          <a:pPr>
            <a:buNone/>
          </a:pPr>
          <a:r>
            <a:rPr lang="en-US" b="1"/>
            <a:t>Column Standardization</a:t>
          </a:r>
          <a:endParaRPr lang="en-IN" dirty="0"/>
        </a:p>
      </dgm:t>
    </dgm:pt>
    <dgm:pt modelId="{FDA78535-1B11-4FB4-B071-3F96E039ECC0}" type="parTrans" cxnId="{BA365BB7-716A-438F-87C9-4817D6735447}">
      <dgm:prSet/>
      <dgm:spPr/>
      <dgm:t>
        <a:bodyPr/>
        <a:lstStyle/>
        <a:p>
          <a:endParaRPr lang="en-IN"/>
        </a:p>
      </dgm:t>
    </dgm:pt>
    <dgm:pt modelId="{B2A09B81-89C2-4801-8BEC-042102CD321A}" type="sibTrans" cxnId="{BA365BB7-716A-438F-87C9-4817D6735447}">
      <dgm:prSet/>
      <dgm:spPr/>
      <dgm:t>
        <a:bodyPr/>
        <a:lstStyle/>
        <a:p>
          <a:endParaRPr lang="en-IN"/>
        </a:p>
      </dgm:t>
    </dgm:pt>
    <dgm:pt modelId="{6B96A831-4A62-42DC-96C1-1575FA3B5C90}">
      <dgm:prSet phldrT="[Text]" phldr="0"/>
      <dgm:spPr/>
      <dgm:t>
        <a:bodyPr/>
        <a:lstStyle/>
        <a:p>
          <a:pPr>
            <a:buNone/>
          </a:pPr>
          <a:r>
            <a:rPr lang="en-US" b="1"/>
            <a:t>Feature Selection</a:t>
          </a:r>
          <a:endParaRPr lang="en-IN" dirty="0"/>
        </a:p>
      </dgm:t>
    </dgm:pt>
    <dgm:pt modelId="{D944F8F9-6062-4F8D-BE4A-FAADF7F84A14}" type="parTrans" cxnId="{A3EB64E9-919A-4812-9574-94F39EE4BA24}">
      <dgm:prSet/>
      <dgm:spPr/>
      <dgm:t>
        <a:bodyPr/>
        <a:lstStyle/>
        <a:p>
          <a:endParaRPr lang="en-IN"/>
        </a:p>
      </dgm:t>
    </dgm:pt>
    <dgm:pt modelId="{77CB811E-98F9-469D-8546-E421DDB71799}" type="sibTrans" cxnId="{A3EB64E9-919A-4812-9574-94F39EE4BA24}">
      <dgm:prSet/>
      <dgm:spPr/>
      <dgm:t>
        <a:bodyPr/>
        <a:lstStyle/>
        <a:p>
          <a:endParaRPr lang="en-IN"/>
        </a:p>
      </dgm:t>
    </dgm:pt>
    <dgm:pt modelId="{4DE03FAF-79B4-4D78-BAAA-4DE7A3834563}" type="pres">
      <dgm:prSet presAssocID="{F7469AEB-6C94-4168-9775-4BFEC0CB7E07}" presName="rootnode" presStyleCnt="0">
        <dgm:presLayoutVars>
          <dgm:chMax/>
          <dgm:chPref/>
          <dgm:dir/>
          <dgm:animLvl val="lvl"/>
        </dgm:presLayoutVars>
      </dgm:prSet>
      <dgm:spPr/>
    </dgm:pt>
    <dgm:pt modelId="{D265E963-262C-418F-8F1C-87FCAFEB2A91}" type="pres">
      <dgm:prSet presAssocID="{C86B8B68-ABBA-4FEC-8E73-D6F9F7FA10BC}" presName="composite" presStyleCnt="0"/>
      <dgm:spPr/>
    </dgm:pt>
    <dgm:pt modelId="{74D34AFC-4B48-4054-9388-FDD2CBA17D1C}" type="pres">
      <dgm:prSet presAssocID="{C86B8B68-ABBA-4FEC-8E73-D6F9F7FA10BC}" presName="bentUpArrow1" presStyleLbl="alignImgPlace1" presStyleIdx="0" presStyleCnt="3"/>
      <dgm:spPr/>
    </dgm:pt>
    <dgm:pt modelId="{9AB7DEE0-3BA4-4987-83AF-C56811ECB3AF}" type="pres">
      <dgm:prSet presAssocID="{C86B8B68-ABBA-4FEC-8E73-D6F9F7FA10BC}" presName="ParentText" presStyleLbl="node1" presStyleIdx="0" presStyleCnt="4">
        <dgm:presLayoutVars>
          <dgm:chMax val="1"/>
          <dgm:chPref val="1"/>
          <dgm:bulletEnabled val="1"/>
        </dgm:presLayoutVars>
      </dgm:prSet>
      <dgm:spPr/>
    </dgm:pt>
    <dgm:pt modelId="{0CE6107A-EA51-41F7-8786-5DF2B0EB37BE}" type="pres">
      <dgm:prSet presAssocID="{C86B8B68-ABBA-4FEC-8E73-D6F9F7FA10BC}" presName="ChildText" presStyleLbl="revTx" presStyleIdx="0" presStyleCnt="3">
        <dgm:presLayoutVars>
          <dgm:chMax val="0"/>
          <dgm:chPref val="0"/>
          <dgm:bulletEnabled val="1"/>
        </dgm:presLayoutVars>
      </dgm:prSet>
      <dgm:spPr/>
    </dgm:pt>
    <dgm:pt modelId="{8DA043F1-06F2-49ED-B433-714743EC7EDE}" type="pres">
      <dgm:prSet presAssocID="{D0A2237A-1530-46BF-B274-CF20BFF84945}" presName="sibTrans" presStyleCnt="0"/>
      <dgm:spPr/>
    </dgm:pt>
    <dgm:pt modelId="{42A1DC7F-E37F-48D2-8872-ABC1E87ED148}" type="pres">
      <dgm:prSet presAssocID="{1532CC1D-9559-4E0C-B063-3891D00E6AFD}" presName="composite" presStyleCnt="0"/>
      <dgm:spPr/>
    </dgm:pt>
    <dgm:pt modelId="{652022A7-B220-4279-995D-1EB317459101}" type="pres">
      <dgm:prSet presAssocID="{1532CC1D-9559-4E0C-B063-3891D00E6AFD}" presName="bentUpArrow1" presStyleLbl="alignImgPlace1" presStyleIdx="1" presStyleCnt="3"/>
      <dgm:spPr/>
    </dgm:pt>
    <dgm:pt modelId="{8198D77F-74E4-41E7-BF04-674B3C456E92}" type="pres">
      <dgm:prSet presAssocID="{1532CC1D-9559-4E0C-B063-3891D00E6AFD}" presName="ParentText" presStyleLbl="node1" presStyleIdx="1" presStyleCnt="4">
        <dgm:presLayoutVars>
          <dgm:chMax val="1"/>
          <dgm:chPref val="1"/>
          <dgm:bulletEnabled val="1"/>
        </dgm:presLayoutVars>
      </dgm:prSet>
      <dgm:spPr/>
    </dgm:pt>
    <dgm:pt modelId="{C0A6654F-3D40-46A5-BD6F-E82E21F47691}" type="pres">
      <dgm:prSet presAssocID="{1532CC1D-9559-4E0C-B063-3891D00E6AFD}" presName="ChildText" presStyleLbl="revTx" presStyleIdx="1" presStyleCnt="3">
        <dgm:presLayoutVars>
          <dgm:chMax val="0"/>
          <dgm:chPref val="0"/>
          <dgm:bulletEnabled val="1"/>
        </dgm:presLayoutVars>
      </dgm:prSet>
      <dgm:spPr/>
    </dgm:pt>
    <dgm:pt modelId="{1F713738-E6B8-42E6-B1EB-B2BAC23ECFF0}" type="pres">
      <dgm:prSet presAssocID="{BB4A38DF-2D45-4FA9-A5E2-539CC36CF6A2}" presName="sibTrans" presStyleCnt="0"/>
      <dgm:spPr/>
    </dgm:pt>
    <dgm:pt modelId="{53B96E0B-1F06-42D3-A2D6-9689D2ED325E}" type="pres">
      <dgm:prSet presAssocID="{4F481605-A246-4073-98FB-43A31D10AF08}" presName="composite" presStyleCnt="0"/>
      <dgm:spPr/>
    </dgm:pt>
    <dgm:pt modelId="{FD0A4D2D-B769-4AAD-A96A-9B3D3C4E9ABE}" type="pres">
      <dgm:prSet presAssocID="{4F481605-A246-4073-98FB-43A31D10AF08}" presName="bentUpArrow1" presStyleLbl="alignImgPlace1" presStyleIdx="2" presStyleCnt="3"/>
      <dgm:spPr/>
    </dgm:pt>
    <dgm:pt modelId="{4513E824-6FAB-430F-9D29-E5FA00FB3900}" type="pres">
      <dgm:prSet presAssocID="{4F481605-A246-4073-98FB-43A31D10AF08}" presName="ParentText" presStyleLbl="node1" presStyleIdx="2" presStyleCnt="4">
        <dgm:presLayoutVars>
          <dgm:chMax val="1"/>
          <dgm:chPref val="1"/>
          <dgm:bulletEnabled val="1"/>
        </dgm:presLayoutVars>
      </dgm:prSet>
      <dgm:spPr/>
    </dgm:pt>
    <dgm:pt modelId="{346031EC-01E7-433B-AE5D-16DCEE9C1EEC}" type="pres">
      <dgm:prSet presAssocID="{4F481605-A246-4073-98FB-43A31D10AF08}" presName="ChildText" presStyleLbl="revTx" presStyleIdx="2" presStyleCnt="3">
        <dgm:presLayoutVars>
          <dgm:chMax val="0"/>
          <dgm:chPref val="0"/>
          <dgm:bulletEnabled val="1"/>
        </dgm:presLayoutVars>
      </dgm:prSet>
      <dgm:spPr/>
    </dgm:pt>
    <dgm:pt modelId="{B4C5A590-6FB7-437E-A310-D25FA70BC457}" type="pres">
      <dgm:prSet presAssocID="{B2A09B81-89C2-4801-8BEC-042102CD321A}" presName="sibTrans" presStyleCnt="0"/>
      <dgm:spPr/>
    </dgm:pt>
    <dgm:pt modelId="{24BC238A-2109-40AC-8FFF-FCAD87D01197}" type="pres">
      <dgm:prSet presAssocID="{6B96A831-4A62-42DC-96C1-1575FA3B5C90}" presName="composite" presStyleCnt="0"/>
      <dgm:spPr/>
    </dgm:pt>
    <dgm:pt modelId="{2E187253-FF7E-4D38-857D-718C1D71880A}" type="pres">
      <dgm:prSet presAssocID="{6B96A831-4A62-42DC-96C1-1575FA3B5C90}" presName="ParentText" presStyleLbl="node1" presStyleIdx="3" presStyleCnt="4">
        <dgm:presLayoutVars>
          <dgm:chMax val="1"/>
          <dgm:chPref val="1"/>
          <dgm:bulletEnabled val="1"/>
        </dgm:presLayoutVars>
      </dgm:prSet>
      <dgm:spPr/>
    </dgm:pt>
  </dgm:ptLst>
  <dgm:cxnLst>
    <dgm:cxn modelId="{1AC53A03-FC26-4947-A038-AC387C2372EF}" type="presOf" srcId="{F7469AEB-6C94-4168-9775-4BFEC0CB7E07}" destId="{4DE03FAF-79B4-4D78-BAAA-4DE7A3834563}" srcOrd="0" destOrd="0" presId="urn:microsoft.com/office/officeart/2005/8/layout/StepDownProcess"/>
    <dgm:cxn modelId="{49377C14-AA4F-4CBE-B171-BE003FE114BF}" type="presOf" srcId="{C86B8B68-ABBA-4FEC-8E73-D6F9F7FA10BC}" destId="{9AB7DEE0-3BA4-4987-83AF-C56811ECB3AF}" srcOrd="0" destOrd="0" presId="urn:microsoft.com/office/officeart/2005/8/layout/StepDownProcess"/>
    <dgm:cxn modelId="{79365B15-D250-4DD3-B1F7-A0C326CBA769}" type="presOf" srcId="{6B96A831-4A62-42DC-96C1-1575FA3B5C90}" destId="{2E187253-FF7E-4D38-857D-718C1D71880A}" srcOrd="0" destOrd="0" presId="urn:microsoft.com/office/officeart/2005/8/layout/StepDownProcess"/>
    <dgm:cxn modelId="{B90A1379-5E95-4260-893B-D3D5AF7B049C}" type="presOf" srcId="{1532CC1D-9559-4E0C-B063-3891D00E6AFD}" destId="{8198D77F-74E4-41E7-BF04-674B3C456E92}" srcOrd="0" destOrd="0" presId="urn:microsoft.com/office/officeart/2005/8/layout/StepDownProcess"/>
    <dgm:cxn modelId="{6B6F1685-78FA-43D8-8987-6991EEA4F217}" type="presOf" srcId="{4F481605-A246-4073-98FB-43A31D10AF08}" destId="{4513E824-6FAB-430F-9D29-E5FA00FB3900}" srcOrd="0" destOrd="0" presId="urn:microsoft.com/office/officeart/2005/8/layout/StepDownProcess"/>
    <dgm:cxn modelId="{BA365BB7-716A-438F-87C9-4817D6735447}" srcId="{F7469AEB-6C94-4168-9775-4BFEC0CB7E07}" destId="{4F481605-A246-4073-98FB-43A31D10AF08}" srcOrd="2" destOrd="0" parTransId="{FDA78535-1B11-4FB4-B071-3F96E039ECC0}" sibTransId="{B2A09B81-89C2-4801-8BEC-042102CD321A}"/>
    <dgm:cxn modelId="{6A7D2CD6-9EDC-4C0D-AA8A-CF587909F740}" srcId="{F7469AEB-6C94-4168-9775-4BFEC0CB7E07}" destId="{1532CC1D-9559-4E0C-B063-3891D00E6AFD}" srcOrd="1" destOrd="0" parTransId="{7C23E1C2-4B9F-406C-B680-9EC751894C99}" sibTransId="{BB4A38DF-2D45-4FA9-A5E2-539CC36CF6A2}"/>
    <dgm:cxn modelId="{A3EB64E9-919A-4812-9574-94F39EE4BA24}" srcId="{F7469AEB-6C94-4168-9775-4BFEC0CB7E07}" destId="{6B96A831-4A62-42DC-96C1-1575FA3B5C90}" srcOrd="3" destOrd="0" parTransId="{D944F8F9-6062-4F8D-BE4A-FAADF7F84A14}" sibTransId="{77CB811E-98F9-469D-8546-E421DDB71799}"/>
    <dgm:cxn modelId="{038D9BF0-9D7E-44A8-B059-F4D132C026A2}" srcId="{F7469AEB-6C94-4168-9775-4BFEC0CB7E07}" destId="{C86B8B68-ABBA-4FEC-8E73-D6F9F7FA10BC}" srcOrd="0" destOrd="0" parTransId="{98B6BD37-93D9-4A97-B865-345D6CB00F06}" sibTransId="{D0A2237A-1530-46BF-B274-CF20BFF84945}"/>
    <dgm:cxn modelId="{4A245183-DD16-45CB-BD20-A8655EB9DE54}" type="presParOf" srcId="{4DE03FAF-79B4-4D78-BAAA-4DE7A3834563}" destId="{D265E963-262C-418F-8F1C-87FCAFEB2A91}" srcOrd="0" destOrd="0" presId="urn:microsoft.com/office/officeart/2005/8/layout/StepDownProcess"/>
    <dgm:cxn modelId="{159BB8B3-E23E-4543-93D7-AD738C05757A}" type="presParOf" srcId="{D265E963-262C-418F-8F1C-87FCAFEB2A91}" destId="{74D34AFC-4B48-4054-9388-FDD2CBA17D1C}" srcOrd="0" destOrd="0" presId="urn:microsoft.com/office/officeart/2005/8/layout/StepDownProcess"/>
    <dgm:cxn modelId="{7E83403C-DED7-4A32-8F3B-45180E5054EB}" type="presParOf" srcId="{D265E963-262C-418F-8F1C-87FCAFEB2A91}" destId="{9AB7DEE0-3BA4-4987-83AF-C56811ECB3AF}" srcOrd="1" destOrd="0" presId="urn:microsoft.com/office/officeart/2005/8/layout/StepDownProcess"/>
    <dgm:cxn modelId="{7CF61548-A945-44AE-8C89-5C317BDB6267}" type="presParOf" srcId="{D265E963-262C-418F-8F1C-87FCAFEB2A91}" destId="{0CE6107A-EA51-41F7-8786-5DF2B0EB37BE}" srcOrd="2" destOrd="0" presId="urn:microsoft.com/office/officeart/2005/8/layout/StepDownProcess"/>
    <dgm:cxn modelId="{391A71CB-C190-41B9-82DF-C0655C1E5262}" type="presParOf" srcId="{4DE03FAF-79B4-4D78-BAAA-4DE7A3834563}" destId="{8DA043F1-06F2-49ED-B433-714743EC7EDE}" srcOrd="1" destOrd="0" presId="urn:microsoft.com/office/officeart/2005/8/layout/StepDownProcess"/>
    <dgm:cxn modelId="{E3A8FB24-4E92-4617-B063-CA5436C4B71C}" type="presParOf" srcId="{4DE03FAF-79B4-4D78-BAAA-4DE7A3834563}" destId="{42A1DC7F-E37F-48D2-8872-ABC1E87ED148}" srcOrd="2" destOrd="0" presId="urn:microsoft.com/office/officeart/2005/8/layout/StepDownProcess"/>
    <dgm:cxn modelId="{D0B35D19-C6B3-44EE-9DFF-94A70FA4E303}" type="presParOf" srcId="{42A1DC7F-E37F-48D2-8872-ABC1E87ED148}" destId="{652022A7-B220-4279-995D-1EB317459101}" srcOrd="0" destOrd="0" presId="urn:microsoft.com/office/officeart/2005/8/layout/StepDownProcess"/>
    <dgm:cxn modelId="{D47D181C-072E-40DA-90DB-BBF99DAF1003}" type="presParOf" srcId="{42A1DC7F-E37F-48D2-8872-ABC1E87ED148}" destId="{8198D77F-74E4-41E7-BF04-674B3C456E92}" srcOrd="1" destOrd="0" presId="urn:microsoft.com/office/officeart/2005/8/layout/StepDownProcess"/>
    <dgm:cxn modelId="{F1A2CBE9-63FF-42C9-B666-E00EB7A85FCB}" type="presParOf" srcId="{42A1DC7F-E37F-48D2-8872-ABC1E87ED148}" destId="{C0A6654F-3D40-46A5-BD6F-E82E21F47691}" srcOrd="2" destOrd="0" presId="urn:microsoft.com/office/officeart/2005/8/layout/StepDownProcess"/>
    <dgm:cxn modelId="{4B285A21-D437-42D2-A922-EBAA98AE9CB7}" type="presParOf" srcId="{4DE03FAF-79B4-4D78-BAAA-4DE7A3834563}" destId="{1F713738-E6B8-42E6-B1EB-B2BAC23ECFF0}" srcOrd="3" destOrd="0" presId="urn:microsoft.com/office/officeart/2005/8/layout/StepDownProcess"/>
    <dgm:cxn modelId="{CA3978CF-5AE7-49CC-A832-AA7BD2141F3B}" type="presParOf" srcId="{4DE03FAF-79B4-4D78-BAAA-4DE7A3834563}" destId="{53B96E0B-1F06-42D3-A2D6-9689D2ED325E}" srcOrd="4" destOrd="0" presId="urn:microsoft.com/office/officeart/2005/8/layout/StepDownProcess"/>
    <dgm:cxn modelId="{12E4807B-7413-4D0E-822C-7B9673CAD213}" type="presParOf" srcId="{53B96E0B-1F06-42D3-A2D6-9689D2ED325E}" destId="{FD0A4D2D-B769-4AAD-A96A-9B3D3C4E9ABE}" srcOrd="0" destOrd="0" presId="urn:microsoft.com/office/officeart/2005/8/layout/StepDownProcess"/>
    <dgm:cxn modelId="{FCEF5C70-CDC9-42B0-8CE7-9D58C18012AF}" type="presParOf" srcId="{53B96E0B-1F06-42D3-A2D6-9689D2ED325E}" destId="{4513E824-6FAB-430F-9D29-E5FA00FB3900}" srcOrd="1" destOrd="0" presId="urn:microsoft.com/office/officeart/2005/8/layout/StepDownProcess"/>
    <dgm:cxn modelId="{8AE9D766-8255-4531-987D-D5560E0CC5D1}" type="presParOf" srcId="{53B96E0B-1F06-42D3-A2D6-9689D2ED325E}" destId="{346031EC-01E7-433B-AE5D-16DCEE9C1EEC}" srcOrd="2" destOrd="0" presId="urn:microsoft.com/office/officeart/2005/8/layout/StepDownProcess"/>
    <dgm:cxn modelId="{F83326EA-1596-4496-9CE2-E6ECFB8183B2}" type="presParOf" srcId="{4DE03FAF-79B4-4D78-BAAA-4DE7A3834563}" destId="{B4C5A590-6FB7-437E-A310-D25FA70BC457}" srcOrd="5" destOrd="0" presId="urn:microsoft.com/office/officeart/2005/8/layout/StepDownProcess"/>
    <dgm:cxn modelId="{98821F3D-08FE-4351-94CB-F4E819B6FD36}" type="presParOf" srcId="{4DE03FAF-79B4-4D78-BAAA-4DE7A3834563}" destId="{24BC238A-2109-40AC-8FFF-FCAD87D01197}" srcOrd="6" destOrd="0" presId="urn:microsoft.com/office/officeart/2005/8/layout/StepDownProcess"/>
    <dgm:cxn modelId="{744A18D7-DB3F-4B50-A9F3-1F6D73E899BF}" type="presParOf" srcId="{24BC238A-2109-40AC-8FFF-FCAD87D01197}" destId="{2E187253-FF7E-4D38-857D-718C1D71880A}" srcOrd="0" destOrd="0" presId="urn:microsoft.com/office/officeart/2005/8/layout/StepDown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B96FB60-E561-4D7F-8890-25A42299789A}">
      <dsp:nvSpPr>
        <dsp:cNvPr id="0" name=""/>
        <dsp:cNvSpPr/>
      </dsp:nvSpPr>
      <dsp:spPr>
        <a:xfrm>
          <a:off x="631180" y="665388"/>
          <a:ext cx="3096733" cy="975656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227584" rIns="227584" bIns="227584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Overview</a:t>
          </a:r>
          <a:endParaRPr lang="en-IN" sz="3200" kern="1200" dirty="0"/>
        </a:p>
      </dsp:txBody>
      <dsp:txXfrm>
        <a:off x="1126657" y="665388"/>
        <a:ext cx="2601255" cy="975656"/>
      </dsp:txXfrm>
    </dsp:sp>
    <dsp:sp modelId="{B38BA3D0-AABF-466A-A333-8BA6628C6C42}">
      <dsp:nvSpPr>
        <dsp:cNvPr id="0" name=""/>
        <dsp:cNvSpPr/>
      </dsp:nvSpPr>
      <dsp:spPr>
        <a:xfrm>
          <a:off x="632786" y="1641044"/>
          <a:ext cx="3093521" cy="1748866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13792" rIns="113792" bIns="113792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This project focuses on predicting district PGI grades (2018–2023) using machine learning models ,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It analyzes trends and evaluates model performance on the dataset</a:t>
          </a:r>
          <a:endParaRPr lang="en-IN" sz="1600" kern="1200" dirty="0"/>
        </a:p>
      </dsp:txBody>
      <dsp:txXfrm>
        <a:off x="1127749" y="1641044"/>
        <a:ext cx="2598558" cy="1748866"/>
      </dsp:txXfrm>
    </dsp:sp>
    <dsp:sp modelId="{59E93D7F-A80D-4ABA-935D-9458722CA522}">
      <dsp:nvSpPr>
        <dsp:cNvPr id="0" name=""/>
        <dsp:cNvSpPr/>
      </dsp:nvSpPr>
      <dsp:spPr>
        <a:xfrm>
          <a:off x="562184" y="114826"/>
          <a:ext cx="790482" cy="76291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1</a:t>
          </a:r>
          <a:r>
            <a:rPr lang="en-US" sz="3600" kern="1200" baseline="30000" dirty="0"/>
            <a:t>st</a:t>
          </a:r>
          <a:r>
            <a:rPr lang="en-US" sz="3600" kern="1200" dirty="0"/>
            <a:t> </a:t>
          </a:r>
          <a:endParaRPr lang="en-IN" sz="3600" kern="1200" dirty="0"/>
        </a:p>
      </dsp:txBody>
      <dsp:txXfrm>
        <a:off x="677947" y="226552"/>
        <a:ext cx="558956" cy="539461"/>
      </dsp:txXfrm>
    </dsp:sp>
    <dsp:sp modelId="{382D49A0-D202-4480-9A98-26DB90B32BF5}">
      <dsp:nvSpPr>
        <dsp:cNvPr id="0" name=""/>
        <dsp:cNvSpPr/>
      </dsp:nvSpPr>
      <dsp:spPr>
        <a:xfrm>
          <a:off x="4072717" y="665388"/>
          <a:ext cx="2768658" cy="1046108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227584" rIns="227584" bIns="227584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Dataset</a:t>
          </a:r>
          <a:endParaRPr lang="en-IN" sz="3200" kern="1200" dirty="0"/>
        </a:p>
      </dsp:txBody>
      <dsp:txXfrm>
        <a:off x="4515702" y="665388"/>
        <a:ext cx="2325673" cy="1046108"/>
      </dsp:txXfrm>
    </dsp:sp>
    <dsp:sp modelId="{A338D799-A3A9-4F65-A8A2-4BEDDA27D3AA}">
      <dsp:nvSpPr>
        <dsp:cNvPr id="0" name=""/>
        <dsp:cNvSpPr/>
      </dsp:nvSpPr>
      <dsp:spPr>
        <a:xfrm>
          <a:off x="4072740" y="1711496"/>
          <a:ext cx="2768658" cy="1703656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13792" rIns="113792" bIns="113792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District-wise PGI data collected over </a:t>
          </a:r>
          <a:r>
            <a:rPr lang="en-US" sz="1600" b="1" kern="1200" dirty="0"/>
            <a:t>six years (2018–2023)</a:t>
          </a:r>
          <a:r>
            <a:rPr lang="en-US" sz="1600" kern="1200" dirty="0"/>
            <a:t> 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Includes multiple performance indicators</a:t>
          </a:r>
          <a:endParaRPr lang="en-IN" sz="1600" b="1" kern="1200" dirty="0"/>
        </a:p>
      </dsp:txBody>
      <dsp:txXfrm>
        <a:off x="4515726" y="1711496"/>
        <a:ext cx="2325673" cy="1703656"/>
      </dsp:txXfrm>
    </dsp:sp>
    <dsp:sp modelId="{A7E994FB-8230-497F-AD9B-866127105AC1}">
      <dsp:nvSpPr>
        <dsp:cNvPr id="0" name=""/>
        <dsp:cNvSpPr/>
      </dsp:nvSpPr>
      <dsp:spPr>
        <a:xfrm>
          <a:off x="4024327" y="129361"/>
          <a:ext cx="786312" cy="79136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2</a:t>
          </a:r>
          <a:r>
            <a:rPr lang="en-US" sz="3600" kern="1200" baseline="30000" dirty="0"/>
            <a:t>nd</a:t>
          </a:r>
          <a:r>
            <a:rPr lang="en-US" sz="3600" kern="1200" dirty="0"/>
            <a:t> </a:t>
          </a:r>
          <a:endParaRPr lang="en-IN" sz="3600" kern="1200" dirty="0"/>
        </a:p>
      </dsp:txBody>
      <dsp:txXfrm>
        <a:off x="4139480" y="245253"/>
        <a:ext cx="556006" cy="55957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9D58CA2-8963-4161-B4D5-53E4DBC0F77E}">
      <dsp:nvSpPr>
        <dsp:cNvPr id="0" name=""/>
        <dsp:cNvSpPr/>
      </dsp:nvSpPr>
      <dsp:spPr>
        <a:xfrm>
          <a:off x="825182" y="999544"/>
          <a:ext cx="2260667" cy="125472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227584" rIns="227584" bIns="227584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kern="1200" dirty="0"/>
            <a:t>Objective</a:t>
          </a:r>
          <a:endParaRPr lang="en-IN" sz="3200" b="1" kern="1200" dirty="0"/>
        </a:p>
      </dsp:txBody>
      <dsp:txXfrm>
        <a:off x="1186889" y="999544"/>
        <a:ext cx="1898960" cy="1254724"/>
      </dsp:txXfrm>
    </dsp:sp>
    <dsp:sp modelId="{9CDE9F79-2F77-4B3A-A2F3-28855B213513}">
      <dsp:nvSpPr>
        <dsp:cNvPr id="0" name=""/>
        <dsp:cNvSpPr/>
      </dsp:nvSpPr>
      <dsp:spPr>
        <a:xfrm>
          <a:off x="825296" y="2233642"/>
          <a:ext cx="2260667" cy="157228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13792" rIns="113792" bIns="113792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To predict district </a:t>
          </a:r>
          <a:r>
            <a:rPr lang="en-US" sz="1600" b="1" kern="1200" dirty="0"/>
            <a:t>performance grades</a:t>
          </a:r>
          <a:r>
            <a:rPr lang="en-US" sz="1600" kern="1200" dirty="0"/>
            <a:t> using machine learning techniques</a:t>
          </a:r>
          <a:endParaRPr lang="en-IN" sz="1600" kern="1200" dirty="0"/>
        </a:p>
      </dsp:txBody>
      <dsp:txXfrm>
        <a:off x="1187002" y="2233642"/>
        <a:ext cx="1898960" cy="1572281"/>
      </dsp:txXfrm>
    </dsp:sp>
    <dsp:sp modelId="{A6F164DC-C549-4D66-9344-EF85835635F0}">
      <dsp:nvSpPr>
        <dsp:cNvPr id="0" name=""/>
        <dsp:cNvSpPr/>
      </dsp:nvSpPr>
      <dsp:spPr>
        <a:xfrm>
          <a:off x="771868" y="428153"/>
          <a:ext cx="772816" cy="80573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 dirty="0"/>
            <a:t>3</a:t>
          </a:r>
          <a:r>
            <a:rPr lang="en-US" sz="3700" kern="1200" baseline="30000" dirty="0"/>
            <a:t>rd</a:t>
          </a:r>
          <a:r>
            <a:rPr lang="en-US" sz="3700" kern="1200" dirty="0"/>
            <a:t> </a:t>
          </a:r>
          <a:endParaRPr lang="en-IN" sz="3700" kern="1200" dirty="0"/>
        </a:p>
      </dsp:txBody>
      <dsp:txXfrm>
        <a:off x="885044" y="546150"/>
        <a:ext cx="546464" cy="569738"/>
      </dsp:txXfrm>
    </dsp:sp>
    <dsp:sp modelId="{4B556FD5-E320-4644-BE87-0FF8FF23862C}">
      <dsp:nvSpPr>
        <dsp:cNvPr id="0" name=""/>
        <dsp:cNvSpPr/>
      </dsp:nvSpPr>
      <dsp:spPr>
        <a:xfrm>
          <a:off x="3416231" y="938672"/>
          <a:ext cx="2260667" cy="120498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70688" rIns="170688" bIns="170688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Models Used </a:t>
          </a:r>
          <a:endParaRPr lang="en-IN" sz="2400" kern="1200" dirty="0"/>
        </a:p>
      </dsp:txBody>
      <dsp:txXfrm>
        <a:off x="3777938" y="938672"/>
        <a:ext cx="1898960" cy="1204980"/>
      </dsp:txXfrm>
    </dsp:sp>
    <dsp:sp modelId="{742D9881-866D-4AA0-A6FE-0764152CA01F}">
      <dsp:nvSpPr>
        <dsp:cNvPr id="0" name=""/>
        <dsp:cNvSpPr/>
      </dsp:nvSpPr>
      <dsp:spPr>
        <a:xfrm>
          <a:off x="3416277" y="2143652"/>
          <a:ext cx="2260667" cy="165266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28016" rIns="128016" bIns="128016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Decision Tree, Random Forest, Gradient Boosting, </a:t>
          </a:r>
          <a:r>
            <a:rPr lang="en-US" sz="1800" kern="1200" dirty="0" err="1"/>
            <a:t>XGBoost</a:t>
          </a:r>
          <a:r>
            <a:rPr lang="en-US" sz="1800" kern="1200" dirty="0"/>
            <a:t>, and Stacking</a:t>
          </a:r>
          <a:endParaRPr lang="en-IN" sz="1800" kern="1200" dirty="0"/>
        </a:p>
      </dsp:txBody>
      <dsp:txXfrm>
        <a:off x="3777983" y="2143652"/>
        <a:ext cx="1898960" cy="1652665"/>
      </dsp:txXfrm>
    </dsp:sp>
    <dsp:sp modelId="{757DCD82-C8EC-4D70-B1CD-BA3E3220DAEA}">
      <dsp:nvSpPr>
        <dsp:cNvPr id="0" name=""/>
        <dsp:cNvSpPr/>
      </dsp:nvSpPr>
      <dsp:spPr>
        <a:xfrm>
          <a:off x="3402223" y="509386"/>
          <a:ext cx="798196" cy="74698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 dirty="0"/>
            <a:t>4</a:t>
          </a:r>
          <a:r>
            <a:rPr lang="en-US" sz="3700" kern="1200" baseline="30000" dirty="0"/>
            <a:t>th</a:t>
          </a:r>
          <a:r>
            <a:rPr lang="en-US" sz="3700" kern="1200" dirty="0"/>
            <a:t> </a:t>
          </a:r>
          <a:endParaRPr lang="en-IN" sz="3700" kern="1200" dirty="0"/>
        </a:p>
      </dsp:txBody>
      <dsp:txXfrm>
        <a:off x="3519116" y="618779"/>
        <a:ext cx="564410" cy="52819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9157FC-A5C2-48A8-89E3-9A877B81CD72}">
      <dsp:nvSpPr>
        <dsp:cNvPr id="0" name=""/>
        <dsp:cNvSpPr/>
      </dsp:nvSpPr>
      <dsp:spPr>
        <a:xfrm>
          <a:off x="1198769" y="686745"/>
          <a:ext cx="2246114" cy="87908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Data Preparation</a:t>
          </a:r>
          <a:endParaRPr lang="en-IN" sz="2400" kern="1200" dirty="0"/>
        </a:p>
      </dsp:txBody>
      <dsp:txXfrm>
        <a:off x="1558147" y="686745"/>
        <a:ext cx="1886736" cy="879089"/>
      </dsp:txXfrm>
    </dsp:sp>
    <dsp:sp modelId="{A32F2690-03F9-49DB-A4D9-B9A00EA3E151}">
      <dsp:nvSpPr>
        <dsp:cNvPr id="0" name=""/>
        <dsp:cNvSpPr/>
      </dsp:nvSpPr>
      <dsp:spPr>
        <a:xfrm>
          <a:off x="1198769" y="1565834"/>
          <a:ext cx="2246114" cy="195872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63576" rIns="163576" bIns="163576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Data cleaned, encoded, and preprocessed for model training</a:t>
          </a:r>
          <a:endParaRPr lang="en-IN" sz="2300" kern="1200" dirty="0"/>
        </a:p>
      </dsp:txBody>
      <dsp:txXfrm>
        <a:off x="1558147" y="1565834"/>
        <a:ext cx="1886736" cy="1958722"/>
      </dsp:txXfrm>
    </dsp:sp>
    <dsp:sp modelId="{985747FD-FC76-480F-A7C1-BBFAAF739A6F}">
      <dsp:nvSpPr>
        <dsp:cNvPr id="0" name=""/>
        <dsp:cNvSpPr/>
      </dsp:nvSpPr>
      <dsp:spPr>
        <a:xfrm>
          <a:off x="1164479" y="158354"/>
          <a:ext cx="806040" cy="79193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 dirty="0"/>
            <a:t>5</a:t>
          </a:r>
          <a:r>
            <a:rPr lang="en-US" sz="4000" kern="1200" baseline="30000" dirty="0"/>
            <a:t>th</a:t>
          </a:r>
          <a:r>
            <a:rPr lang="en-US" sz="4000" kern="1200" dirty="0"/>
            <a:t> </a:t>
          </a:r>
          <a:endParaRPr lang="en-IN" sz="4000" kern="1200" dirty="0"/>
        </a:p>
      </dsp:txBody>
      <dsp:txXfrm>
        <a:off x="1282521" y="274330"/>
        <a:ext cx="569956" cy="55998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D34AFC-4B48-4054-9388-FDD2CBA17D1C}">
      <dsp:nvSpPr>
        <dsp:cNvPr id="0" name=""/>
        <dsp:cNvSpPr/>
      </dsp:nvSpPr>
      <dsp:spPr>
        <a:xfrm rot="5400000">
          <a:off x="1613739" y="1423898"/>
          <a:ext cx="1250492" cy="1423641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AB7DEE0-3BA4-4987-83AF-C56811ECB3AF}">
      <dsp:nvSpPr>
        <dsp:cNvPr id="0" name=""/>
        <dsp:cNvSpPr/>
      </dsp:nvSpPr>
      <dsp:spPr>
        <a:xfrm>
          <a:off x="1282434" y="37702"/>
          <a:ext cx="2105093" cy="1473497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Dataset Integration</a:t>
          </a:r>
          <a:endParaRPr lang="en-IN" sz="2100" kern="1200" dirty="0"/>
        </a:p>
      </dsp:txBody>
      <dsp:txXfrm>
        <a:off x="1354377" y="109645"/>
        <a:ext cx="1961207" cy="1329611"/>
      </dsp:txXfrm>
    </dsp:sp>
    <dsp:sp modelId="{0CE6107A-EA51-41F7-8786-5DF2B0EB37BE}">
      <dsp:nvSpPr>
        <dsp:cNvPr id="0" name=""/>
        <dsp:cNvSpPr/>
      </dsp:nvSpPr>
      <dsp:spPr>
        <a:xfrm>
          <a:off x="3387527" y="178234"/>
          <a:ext cx="1531044" cy="11909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52022A7-B220-4279-995D-1EB317459101}">
      <dsp:nvSpPr>
        <dsp:cNvPr id="0" name=""/>
        <dsp:cNvSpPr/>
      </dsp:nvSpPr>
      <dsp:spPr>
        <a:xfrm rot="5400000">
          <a:off x="3359085" y="3079122"/>
          <a:ext cx="1250492" cy="1423641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198D77F-74E4-41E7-BF04-674B3C456E92}">
      <dsp:nvSpPr>
        <dsp:cNvPr id="0" name=""/>
        <dsp:cNvSpPr/>
      </dsp:nvSpPr>
      <dsp:spPr>
        <a:xfrm>
          <a:off x="3027780" y="1692926"/>
          <a:ext cx="2105093" cy="1473497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/>
            <a:t>Encoding Resolution</a:t>
          </a:r>
          <a:endParaRPr lang="en-IN" sz="2100" kern="1200" dirty="0"/>
        </a:p>
      </dsp:txBody>
      <dsp:txXfrm>
        <a:off x="3099723" y="1764869"/>
        <a:ext cx="1961207" cy="1329611"/>
      </dsp:txXfrm>
    </dsp:sp>
    <dsp:sp modelId="{C0A6654F-3D40-46A5-BD6F-E82E21F47691}">
      <dsp:nvSpPr>
        <dsp:cNvPr id="0" name=""/>
        <dsp:cNvSpPr/>
      </dsp:nvSpPr>
      <dsp:spPr>
        <a:xfrm>
          <a:off x="5132874" y="1833457"/>
          <a:ext cx="1531044" cy="11909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D0A4D2D-B769-4AAD-A96A-9B3D3C4E9ABE}">
      <dsp:nvSpPr>
        <dsp:cNvPr id="0" name=""/>
        <dsp:cNvSpPr/>
      </dsp:nvSpPr>
      <dsp:spPr>
        <a:xfrm rot="5400000">
          <a:off x="5104431" y="4734345"/>
          <a:ext cx="1250492" cy="1423641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513E824-6FAB-430F-9D29-E5FA00FB3900}">
      <dsp:nvSpPr>
        <dsp:cNvPr id="0" name=""/>
        <dsp:cNvSpPr/>
      </dsp:nvSpPr>
      <dsp:spPr>
        <a:xfrm>
          <a:off x="4773126" y="3348149"/>
          <a:ext cx="2105093" cy="1473497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/>
            <a:t>Column Standardization</a:t>
          </a:r>
          <a:endParaRPr lang="en-IN" sz="2100" kern="1200" dirty="0"/>
        </a:p>
      </dsp:txBody>
      <dsp:txXfrm>
        <a:off x="4845069" y="3420092"/>
        <a:ext cx="1961207" cy="1329611"/>
      </dsp:txXfrm>
    </dsp:sp>
    <dsp:sp modelId="{346031EC-01E7-433B-AE5D-16DCEE9C1EEC}">
      <dsp:nvSpPr>
        <dsp:cNvPr id="0" name=""/>
        <dsp:cNvSpPr/>
      </dsp:nvSpPr>
      <dsp:spPr>
        <a:xfrm>
          <a:off x="6878220" y="3488681"/>
          <a:ext cx="1531044" cy="11909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E187253-FF7E-4D38-857D-718C1D71880A}">
      <dsp:nvSpPr>
        <dsp:cNvPr id="0" name=""/>
        <dsp:cNvSpPr/>
      </dsp:nvSpPr>
      <dsp:spPr>
        <a:xfrm>
          <a:off x="6518473" y="5003373"/>
          <a:ext cx="2105093" cy="1473497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/>
            <a:t>Feature Selection</a:t>
          </a:r>
          <a:endParaRPr lang="en-IN" sz="2100" kern="1200" dirty="0"/>
        </a:p>
      </dsp:txBody>
      <dsp:txXfrm>
        <a:off x="6590416" y="5075316"/>
        <a:ext cx="1961207" cy="132961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9">
  <dgm:title val=""/>
  <dgm:desc val=""/>
  <dgm:catLst>
    <dgm:cat type="list" pri="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3" srcId="0" destId="1" srcOrd="0" destOrd="0"/>
        <dgm:cxn modelId="4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2"/>
        <dgm:pt modelId="21"/>
        <dgm:pt modelId="22"/>
        <dgm:pt modelId="23"/>
        <dgm:pt modelId="24"/>
        <dgm:pt modelId="3"/>
        <dgm:pt modelId="31"/>
        <dgm:pt modelId="32"/>
        <dgm:pt modelId="33"/>
        <dgm:pt modelId="34"/>
      </dgm:ptLst>
      <dgm:cxnLst>
        <dgm:cxn modelId="4" srcId="0" destId="1" srcOrd="0" destOrd="0"/>
        <dgm:cxn modelId="5" srcId="0" destId="2" srcOrd="1" destOrd="0"/>
        <dgm:cxn modelId="6" srcId="0" destId="3" srcOrd="1" destOrd="0"/>
        <dgm:cxn modelId="15" srcId="1" destId="11" srcOrd="0" destOrd="0"/>
        <dgm:cxn modelId="16" srcId="1" destId="12" srcOrd="0" destOrd="0"/>
        <dgm:cxn modelId="17" srcId="1" destId="13" srcOrd="0" destOrd="0"/>
        <dgm:cxn modelId="18" srcId="1" destId="14" srcOrd="0" destOrd="0"/>
        <dgm:cxn modelId="25" srcId="2" destId="21" srcOrd="0" destOrd="0"/>
        <dgm:cxn modelId="26" srcId="2" destId="22" srcOrd="0" destOrd="0"/>
        <dgm:cxn modelId="27" srcId="2" destId="23" srcOrd="0" destOrd="0"/>
        <dgm:cxn modelId="28" srcId="2" destId="24" srcOrd="0" destOrd="0"/>
        <dgm:cxn modelId="35" srcId="3" destId="31" srcOrd="0" destOrd="0"/>
        <dgm:cxn modelId="36" srcId="3" destId="32" srcOrd="0" destOrd="0"/>
        <dgm:cxn modelId="37" srcId="3" destId="33" srcOrd="0" destOrd="0"/>
        <dgm:cxn modelId="38" srcId="3" destId="34" srcOrd="0" destOrd="0"/>
      </dgm:cxnLst>
      <dgm:bg/>
      <dgm:whole/>
    </dgm:dataModel>
  </dgm:clrData>
  <dgm:layoutNode name="list">
    <dgm:varLst>
      <dgm:dir/>
      <dgm:animLvl val="lvl"/>
    </dgm:varLst>
    <dgm:choose name="Name0">
      <dgm:if name="Name1" func="var" arg="dir" op="equ" val="norm">
        <dgm:alg type="lin">
          <dgm:param type="linDir" val="fromL"/>
          <dgm:param type="fallback" val="2D"/>
          <dgm:param type="nodeVertAlign" val="t"/>
        </dgm:alg>
      </dgm:if>
      <dgm:else name="Name2">
        <dgm:alg type="lin">
          <dgm:param type="linDir" val="fromR"/>
          <dgm:param type="fallback" val="2D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ircle" refType="w" fact="0.5"/>
      <dgm:constr type="w" for="ch" forName="vertFlow" refType="w" fact="0.75"/>
      <dgm:constr type="h" for="des" forName="firstComp" refType="w" refFor="ch" refForName="vertFlow" fact="0.667"/>
      <dgm:constr type="h" for="des" forName="comp" refType="h" refFor="des" refForName="firstComp" op="equ"/>
      <dgm:constr type="h" for="des" forName="topSpace" refType="w" refFor="ch" refForName="circle" op="equ" fact="0.4"/>
      <dgm:constr type="w" for="ch" forName="posSpace" refType="w" fact="0.4"/>
      <dgm:constr type="w" for="ch" forName="negSpace" refType="w" fact="-1.15"/>
      <dgm:constr type="w" for="ch" forName="transSpace" refType="w" fact="0.75"/>
      <dgm:constr type="primFontSz" for="ch" forName="circle" op="equ" val="65"/>
      <dgm:constr type="primFontSz" for="des" forName="firstChildTx" val="65"/>
      <dgm:constr type="primFontSz" for="des" forName="childTx" refType="primFontSz" refFor="des" refForName="firstChildTx" op="equ"/>
    </dgm:constrLst>
    <dgm:ruleLst/>
    <dgm:forEach name="Name3" axis="ch" ptType="node">
      <dgm:layoutNode name="pos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vertFlow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firstComp" refType="w"/>
          <dgm:constr type="w" for="ch" forName="comp" refType="w"/>
        </dgm:constrLst>
        <dgm:ruleLst/>
        <dgm:layoutNode name="top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firstComp">
          <dgm:alg type="composite"/>
          <dgm:shape xmlns:r="http://schemas.openxmlformats.org/officeDocument/2006/relationships" r:blip="">
            <dgm:adjLst/>
          </dgm:shape>
          <dgm:presOf/>
          <dgm:choose name="Name4">
            <dgm:if name="Name5" func="var" arg="dir" op="equ" val="norm">
              <dgm:constrLst>
                <dgm:constr type="l" for="ch" forName="firstChild"/>
                <dgm:constr type="t" for="ch" forName="firstChild"/>
                <dgm:constr type="w" for="ch" forName="firstChild" refType="w"/>
                <dgm:constr type="h" for="ch" forName="firstChild" refType="h"/>
                <dgm:constr type="l" for="ch" forName="firstChildTx" refType="w" fact="0.16"/>
                <dgm:constr type="r" for="ch" forName="firstChildTx" refType="w"/>
                <dgm:constr type="h" for="ch" forName="firstChildTx" refFor="ch" refForName="firstChild" op="equ"/>
              </dgm:constrLst>
            </dgm:if>
            <dgm:else name="Name6">
              <dgm:constrLst>
                <dgm:constr type="l" for="ch" forName="firstChild"/>
                <dgm:constr type="t" for="ch" forName="firstChild"/>
                <dgm:constr type="w" for="ch" forName="firstChild" refType="w"/>
                <dgm:constr type="h" for="ch" forName="firstChild" refType="h"/>
                <dgm:constr type="l" for="ch" forName="firstChildTx"/>
                <dgm:constr type="r" for="ch" forName="firstChildTx" refType="w" fact="0.825"/>
                <dgm:constr type="h" for="ch" forName="firstChildTx" refFor="ch" refForName="firstChild" op="equ"/>
              </dgm:constrLst>
            </dgm:else>
          </dgm:choose>
          <dgm:ruleLst/>
          <dgm:layoutNode name="firstChild" styleLbl="bgAccFollowNode1">
            <dgm:alg type="sp"/>
            <dgm:shape xmlns:r="http://schemas.openxmlformats.org/officeDocument/2006/relationships" type="rect" r:blip="">
              <dgm:adjLst/>
            </dgm:shape>
            <dgm:presOf axis="ch desOrSelf" ptType="node node" cnt="1 0"/>
            <dgm:constrLst/>
            <dgm:ruleLst/>
          </dgm:layoutNode>
          <dgm:layoutNode name="firstChildTx" styleLbl="bgAccFollowNode1">
            <dgm:varLst>
              <dgm:bulletEnabled val="1"/>
            </dgm:varLst>
            <dgm:alg type="tx">
              <dgm:param type="parTxLTRAlign" val="l"/>
            </dgm:alg>
            <dgm:shape xmlns:r="http://schemas.openxmlformats.org/officeDocument/2006/relationships" type="rect" r:blip="" hideGeom="1">
              <dgm:adjLst/>
            </dgm:shape>
            <dgm:presOf axis="ch desOrSelf" ptType="node node" cnt="1 0"/>
            <dgm:choose name="Name7">
              <dgm:if name="Name8" func="var" arg="dir" op="equ" val="norm">
                <dgm:constrLst>
                  <dgm:constr type="primFontSz" val="65"/>
                  <dgm:constr type="lMarg"/>
                </dgm:constrLst>
              </dgm:if>
              <dgm:else name="Name9">
                <dgm:constrLst>
                  <dgm:constr type="primFontSz" val="65"/>
                  <dgm:constr type="rMarg"/>
                </dgm:constrLst>
              </dgm:else>
            </dgm:choose>
            <dgm:ruleLst>
              <dgm:rule type="primFontSz" val="5" fact="NaN" max="NaN"/>
            </dgm:ruleLst>
          </dgm:layoutNode>
        </dgm:layoutNode>
        <dgm:forEach name="Name10" axis="ch" ptType="node" st="2">
          <dgm:layoutNode name="comp">
            <dgm:alg type="composite"/>
            <dgm:shape xmlns:r="http://schemas.openxmlformats.org/officeDocument/2006/relationships" r:blip="">
              <dgm:adjLst/>
            </dgm:shape>
            <dgm:presOf/>
            <dgm:choose name="Name11">
              <dgm:if name="Name12" func="var" arg="dir" op="equ" val="norm">
                <dgm:constrLst>
                  <dgm:constr type="l" for="ch" forName="child"/>
                  <dgm:constr type="t" for="ch" forName="child"/>
                  <dgm:constr type="w" for="ch" forName="child" refType="w"/>
                  <dgm:constr type="h" for="ch" forName="child" refType="h"/>
                  <dgm:constr type="l" for="ch" forName="childTx" refType="w" fact="0.16"/>
                  <dgm:constr type="r" for="ch" forName="childTx" refType="w"/>
                  <dgm:constr type="h" for="ch" forName="childTx" refFor="ch" refForName="child" op="equ"/>
                </dgm:constrLst>
              </dgm:if>
              <dgm:else name="Name13">
                <dgm:constrLst>
                  <dgm:constr type="l" for="ch" forName="child"/>
                  <dgm:constr type="t" for="ch" forName="child"/>
                  <dgm:constr type="w" for="ch" forName="child" refType="w"/>
                  <dgm:constr type="h" for="ch" forName="child" refType="h"/>
                  <dgm:constr type="l" for="ch" forName="childTx"/>
                  <dgm:constr type="r" for="ch" forName="childTx" refType="w" fact="0.825"/>
                  <dgm:constr type="h" for="ch" forName="childTx" refFor="ch" refForName="child" op="equ"/>
                </dgm:constrLst>
              </dgm:else>
            </dgm:choose>
            <dgm:ruleLst/>
            <dgm:layoutNode name="child" styleLbl="bgAccFollowNode1">
              <dgm:alg type="sp"/>
              <dgm:shape xmlns:r="http://schemas.openxmlformats.org/officeDocument/2006/relationships" type="rect" r:blip="">
                <dgm:adjLst/>
              </dgm:shape>
              <dgm:presOf axis="desOrSelf" ptType="node"/>
              <dgm:constrLst/>
              <dgm:ruleLst/>
            </dgm:layoutNode>
            <dgm:layoutNode name="childTx" styleLbl="bgAccFollowNode1">
              <dgm:varLst>
                <dgm:bulletEnabled val="1"/>
              </dgm:varLst>
              <dgm:alg type="tx">
                <dgm:param type="parTxLTRAlign" val="l"/>
              </dgm:alg>
              <dgm:shape xmlns:r="http://schemas.openxmlformats.org/officeDocument/2006/relationships" type="rect" r:blip="" hideGeom="1">
                <dgm:adjLst/>
              </dgm:shape>
              <dgm:presOf axis="desOrSelf" ptType="node"/>
              <dgm:choose name="Name14">
                <dgm:if name="Name15" func="var" arg="dir" op="equ" val="norm">
                  <dgm:constrLst>
                    <dgm:constr type="primFontSz" val="65"/>
                    <dgm:constr type="lMarg"/>
                  </dgm:constrLst>
                </dgm:if>
                <dgm:else name="Name16">
                  <dgm:constrLst>
                    <dgm:constr type="primFontSz" val="65"/>
                    <dgm:constr type="rMarg"/>
                  </dgm:constrLst>
                </dgm:else>
              </dgm:choose>
              <dgm:ruleLst>
                <dgm:rule type="primFontSz" val="5" fact="NaN" max="NaN"/>
              </dgm:ruleLst>
            </dgm:layoutNode>
          </dgm:layoutNode>
        </dgm:forEach>
      </dgm:layoutNode>
      <dgm:layoutNode name="neg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ircle" styleLbl="node1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lMarg"/>
          <dgm:constr type="rMarg"/>
          <dgm:constr type="tMarg"/>
          <dgm:constr type="bMarg"/>
          <dgm:constr type="h" refType="w"/>
        </dgm:constrLst>
        <dgm:ruleLst>
          <dgm:rule type="primFontSz" val="5" fact="NaN" max="NaN"/>
        </dgm:ruleLst>
      </dgm:layoutNode>
      <dgm:forEach name="Name17" axis="followSib" ptType="sibTrans" cnt="1">
        <dgm:layoutNode name="trans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9">
  <dgm:title val=""/>
  <dgm:desc val=""/>
  <dgm:catLst>
    <dgm:cat type="list" pri="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3" srcId="0" destId="1" srcOrd="0" destOrd="0"/>
        <dgm:cxn modelId="4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2"/>
        <dgm:pt modelId="21"/>
        <dgm:pt modelId="22"/>
        <dgm:pt modelId="23"/>
        <dgm:pt modelId="24"/>
        <dgm:pt modelId="3"/>
        <dgm:pt modelId="31"/>
        <dgm:pt modelId="32"/>
        <dgm:pt modelId="33"/>
        <dgm:pt modelId="34"/>
      </dgm:ptLst>
      <dgm:cxnLst>
        <dgm:cxn modelId="4" srcId="0" destId="1" srcOrd="0" destOrd="0"/>
        <dgm:cxn modelId="5" srcId="0" destId="2" srcOrd="1" destOrd="0"/>
        <dgm:cxn modelId="6" srcId="0" destId="3" srcOrd="1" destOrd="0"/>
        <dgm:cxn modelId="15" srcId="1" destId="11" srcOrd="0" destOrd="0"/>
        <dgm:cxn modelId="16" srcId="1" destId="12" srcOrd="0" destOrd="0"/>
        <dgm:cxn modelId="17" srcId="1" destId="13" srcOrd="0" destOrd="0"/>
        <dgm:cxn modelId="18" srcId="1" destId="14" srcOrd="0" destOrd="0"/>
        <dgm:cxn modelId="25" srcId="2" destId="21" srcOrd="0" destOrd="0"/>
        <dgm:cxn modelId="26" srcId="2" destId="22" srcOrd="0" destOrd="0"/>
        <dgm:cxn modelId="27" srcId="2" destId="23" srcOrd="0" destOrd="0"/>
        <dgm:cxn modelId="28" srcId="2" destId="24" srcOrd="0" destOrd="0"/>
        <dgm:cxn modelId="35" srcId="3" destId="31" srcOrd="0" destOrd="0"/>
        <dgm:cxn modelId="36" srcId="3" destId="32" srcOrd="0" destOrd="0"/>
        <dgm:cxn modelId="37" srcId="3" destId="33" srcOrd="0" destOrd="0"/>
        <dgm:cxn modelId="38" srcId="3" destId="34" srcOrd="0" destOrd="0"/>
      </dgm:cxnLst>
      <dgm:bg/>
      <dgm:whole/>
    </dgm:dataModel>
  </dgm:clrData>
  <dgm:layoutNode name="list">
    <dgm:varLst>
      <dgm:dir/>
      <dgm:animLvl val="lvl"/>
    </dgm:varLst>
    <dgm:choose name="Name0">
      <dgm:if name="Name1" func="var" arg="dir" op="equ" val="norm">
        <dgm:alg type="lin">
          <dgm:param type="linDir" val="fromL"/>
          <dgm:param type="fallback" val="2D"/>
          <dgm:param type="nodeVertAlign" val="t"/>
        </dgm:alg>
      </dgm:if>
      <dgm:else name="Name2">
        <dgm:alg type="lin">
          <dgm:param type="linDir" val="fromR"/>
          <dgm:param type="fallback" val="2D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ircle" refType="w" fact="0.5"/>
      <dgm:constr type="w" for="ch" forName="vertFlow" refType="w" fact="0.75"/>
      <dgm:constr type="h" for="des" forName="firstComp" refType="w" refFor="ch" refForName="vertFlow" fact="0.667"/>
      <dgm:constr type="h" for="des" forName="comp" refType="h" refFor="des" refForName="firstComp" op="equ"/>
      <dgm:constr type="h" for="des" forName="topSpace" refType="w" refFor="ch" refForName="circle" op="equ" fact="0.4"/>
      <dgm:constr type="w" for="ch" forName="posSpace" refType="w" fact="0.4"/>
      <dgm:constr type="w" for="ch" forName="negSpace" refType="w" fact="-1.15"/>
      <dgm:constr type="w" for="ch" forName="transSpace" refType="w" fact="0.75"/>
      <dgm:constr type="primFontSz" for="ch" forName="circle" op="equ" val="65"/>
      <dgm:constr type="primFontSz" for="des" forName="firstChildTx" val="65"/>
      <dgm:constr type="primFontSz" for="des" forName="childTx" refType="primFontSz" refFor="des" refForName="firstChildTx" op="equ"/>
    </dgm:constrLst>
    <dgm:ruleLst/>
    <dgm:forEach name="Name3" axis="ch" ptType="node">
      <dgm:layoutNode name="pos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vertFlow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firstComp" refType="w"/>
          <dgm:constr type="w" for="ch" forName="comp" refType="w"/>
        </dgm:constrLst>
        <dgm:ruleLst/>
        <dgm:layoutNode name="top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firstComp">
          <dgm:alg type="composite"/>
          <dgm:shape xmlns:r="http://schemas.openxmlformats.org/officeDocument/2006/relationships" r:blip="">
            <dgm:adjLst/>
          </dgm:shape>
          <dgm:presOf/>
          <dgm:choose name="Name4">
            <dgm:if name="Name5" func="var" arg="dir" op="equ" val="norm">
              <dgm:constrLst>
                <dgm:constr type="l" for="ch" forName="firstChild"/>
                <dgm:constr type="t" for="ch" forName="firstChild"/>
                <dgm:constr type="w" for="ch" forName="firstChild" refType="w"/>
                <dgm:constr type="h" for="ch" forName="firstChild" refType="h"/>
                <dgm:constr type="l" for="ch" forName="firstChildTx" refType="w" fact="0.16"/>
                <dgm:constr type="r" for="ch" forName="firstChildTx" refType="w"/>
                <dgm:constr type="h" for="ch" forName="firstChildTx" refFor="ch" refForName="firstChild" op="equ"/>
              </dgm:constrLst>
            </dgm:if>
            <dgm:else name="Name6">
              <dgm:constrLst>
                <dgm:constr type="l" for="ch" forName="firstChild"/>
                <dgm:constr type="t" for="ch" forName="firstChild"/>
                <dgm:constr type="w" for="ch" forName="firstChild" refType="w"/>
                <dgm:constr type="h" for="ch" forName="firstChild" refType="h"/>
                <dgm:constr type="l" for="ch" forName="firstChildTx"/>
                <dgm:constr type="r" for="ch" forName="firstChildTx" refType="w" fact="0.825"/>
                <dgm:constr type="h" for="ch" forName="firstChildTx" refFor="ch" refForName="firstChild" op="equ"/>
              </dgm:constrLst>
            </dgm:else>
          </dgm:choose>
          <dgm:ruleLst/>
          <dgm:layoutNode name="firstChild" styleLbl="bgAccFollowNode1">
            <dgm:alg type="sp"/>
            <dgm:shape xmlns:r="http://schemas.openxmlformats.org/officeDocument/2006/relationships" type="rect" r:blip="">
              <dgm:adjLst/>
            </dgm:shape>
            <dgm:presOf axis="ch desOrSelf" ptType="node node" cnt="1 0"/>
            <dgm:constrLst/>
            <dgm:ruleLst/>
          </dgm:layoutNode>
          <dgm:layoutNode name="firstChildTx" styleLbl="bgAccFollowNode1">
            <dgm:varLst>
              <dgm:bulletEnabled val="1"/>
            </dgm:varLst>
            <dgm:alg type="tx">
              <dgm:param type="parTxLTRAlign" val="l"/>
            </dgm:alg>
            <dgm:shape xmlns:r="http://schemas.openxmlformats.org/officeDocument/2006/relationships" type="rect" r:blip="" hideGeom="1">
              <dgm:adjLst/>
            </dgm:shape>
            <dgm:presOf axis="ch desOrSelf" ptType="node node" cnt="1 0"/>
            <dgm:choose name="Name7">
              <dgm:if name="Name8" func="var" arg="dir" op="equ" val="norm">
                <dgm:constrLst>
                  <dgm:constr type="primFontSz" val="65"/>
                  <dgm:constr type="lMarg"/>
                </dgm:constrLst>
              </dgm:if>
              <dgm:else name="Name9">
                <dgm:constrLst>
                  <dgm:constr type="primFontSz" val="65"/>
                  <dgm:constr type="rMarg"/>
                </dgm:constrLst>
              </dgm:else>
            </dgm:choose>
            <dgm:ruleLst>
              <dgm:rule type="primFontSz" val="5" fact="NaN" max="NaN"/>
            </dgm:ruleLst>
          </dgm:layoutNode>
        </dgm:layoutNode>
        <dgm:forEach name="Name10" axis="ch" ptType="node" st="2">
          <dgm:layoutNode name="comp">
            <dgm:alg type="composite"/>
            <dgm:shape xmlns:r="http://schemas.openxmlformats.org/officeDocument/2006/relationships" r:blip="">
              <dgm:adjLst/>
            </dgm:shape>
            <dgm:presOf/>
            <dgm:choose name="Name11">
              <dgm:if name="Name12" func="var" arg="dir" op="equ" val="norm">
                <dgm:constrLst>
                  <dgm:constr type="l" for="ch" forName="child"/>
                  <dgm:constr type="t" for="ch" forName="child"/>
                  <dgm:constr type="w" for="ch" forName="child" refType="w"/>
                  <dgm:constr type="h" for="ch" forName="child" refType="h"/>
                  <dgm:constr type="l" for="ch" forName="childTx" refType="w" fact="0.16"/>
                  <dgm:constr type="r" for="ch" forName="childTx" refType="w"/>
                  <dgm:constr type="h" for="ch" forName="childTx" refFor="ch" refForName="child" op="equ"/>
                </dgm:constrLst>
              </dgm:if>
              <dgm:else name="Name13">
                <dgm:constrLst>
                  <dgm:constr type="l" for="ch" forName="child"/>
                  <dgm:constr type="t" for="ch" forName="child"/>
                  <dgm:constr type="w" for="ch" forName="child" refType="w"/>
                  <dgm:constr type="h" for="ch" forName="child" refType="h"/>
                  <dgm:constr type="l" for="ch" forName="childTx"/>
                  <dgm:constr type="r" for="ch" forName="childTx" refType="w" fact="0.825"/>
                  <dgm:constr type="h" for="ch" forName="childTx" refFor="ch" refForName="child" op="equ"/>
                </dgm:constrLst>
              </dgm:else>
            </dgm:choose>
            <dgm:ruleLst/>
            <dgm:layoutNode name="child" styleLbl="bgAccFollowNode1">
              <dgm:alg type="sp"/>
              <dgm:shape xmlns:r="http://schemas.openxmlformats.org/officeDocument/2006/relationships" type="rect" r:blip="">
                <dgm:adjLst/>
              </dgm:shape>
              <dgm:presOf axis="desOrSelf" ptType="node"/>
              <dgm:constrLst/>
              <dgm:ruleLst/>
            </dgm:layoutNode>
            <dgm:layoutNode name="childTx" styleLbl="bgAccFollowNode1">
              <dgm:varLst>
                <dgm:bulletEnabled val="1"/>
              </dgm:varLst>
              <dgm:alg type="tx">
                <dgm:param type="parTxLTRAlign" val="l"/>
              </dgm:alg>
              <dgm:shape xmlns:r="http://schemas.openxmlformats.org/officeDocument/2006/relationships" type="rect" r:blip="" hideGeom="1">
                <dgm:adjLst/>
              </dgm:shape>
              <dgm:presOf axis="desOrSelf" ptType="node"/>
              <dgm:choose name="Name14">
                <dgm:if name="Name15" func="var" arg="dir" op="equ" val="norm">
                  <dgm:constrLst>
                    <dgm:constr type="primFontSz" val="65"/>
                    <dgm:constr type="lMarg"/>
                  </dgm:constrLst>
                </dgm:if>
                <dgm:else name="Name16">
                  <dgm:constrLst>
                    <dgm:constr type="primFontSz" val="65"/>
                    <dgm:constr type="rMarg"/>
                  </dgm:constrLst>
                </dgm:else>
              </dgm:choose>
              <dgm:ruleLst>
                <dgm:rule type="primFontSz" val="5" fact="NaN" max="NaN"/>
              </dgm:ruleLst>
            </dgm:layoutNode>
          </dgm:layoutNode>
        </dgm:forEach>
      </dgm:layoutNode>
      <dgm:layoutNode name="neg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ircle" styleLbl="node1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lMarg"/>
          <dgm:constr type="rMarg"/>
          <dgm:constr type="tMarg"/>
          <dgm:constr type="bMarg"/>
          <dgm:constr type="h" refType="w"/>
        </dgm:constrLst>
        <dgm:ruleLst>
          <dgm:rule type="primFontSz" val="5" fact="NaN" max="NaN"/>
        </dgm:ruleLst>
      </dgm:layoutNode>
      <dgm:forEach name="Name17" axis="followSib" ptType="sibTrans" cnt="1">
        <dgm:layoutNode name="trans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List9">
  <dgm:title val=""/>
  <dgm:desc val=""/>
  <dgm:catLst>
    <dgm:cat type="list" pri="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3" srcId="0" destId="1" srcOrd="0" destOrd="0"/>
        <dgm:cxn modelId="4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2"/>
        <dgm:pt modelId="21"/>
        <dgm:pt modelId="22"/>
        <dgm:pt modelId="23"/>
        <dgm:pt modelId="24"/>
        <dgm:pt modelId="3"/>
        <dgm:pt modelId="31"/>
        <dgm:pt modelId="32"/>
        <dgm:pt modelId="33"/>
        <dgm:pt modelId="34"/>
      </dgm:ptLst>
      <dgm:cxnLst>
        <dgm:cxn modelId="4" srcId="0" destId="1" srcOrd="0" destOrd="0"/>
        <dgm:cxn modelId="5" srcId="0" destId="2" srcOrd="1" destOrd="0"/>
        <dgm:cxn modelId="6" srcId="0" destId="3" srcOrd="1" destOrd="0"/>
        <dgm:cxn modelId="15" srcId="1" destId="11" srcOrd="0" destOrd="0"/>
        <dgm:cxn modelId="16" srcId="1" destId="12" srcOrd="0" destOrd="0"/>
        <dgm:cxn modelId="17" srcId="1" destId="13" srcOrd="0" destOrd="0"/>
        <dgm:cxn modelId="18" srcId="1" destId="14" srcOrd="0" destOrd="0"/>
        <dgm:cxn modelId="25" srcId="2" destId="21" srcOrd="0" destOrd="0"/>
        <dgm:cxn modelId="26" srcId="2" destId="22" srcOrd="0" destOrd="0"/>
        <dgm:cxn modelId="27" srcId="2" destId="23" srcOrd="0" destOrd="0"/>
        <dgm:cxn modelId="28" srcId="2" destId="24" srcOrd="0" destOrd="0"/>
        <dgm:cxn modelId="35" srcId="3" destId="31" srcOrd="0" destOrd="0"/>
        <dgm:cxn modelId="36" srcId="3" destId="32" srcOrd="0" destOrd="0"/>
        <dgm:cxn modelId="37" srcId="3" destId="33" srcOrd="0" destOrd="0"/>
        <dgm:cxn modelId="38" srcId="3" destId="34" srcOrd="0" destOrd="0"/>
      </dgm:cxnLst>
      <dgm:bg/>
      <dgm:whole/>
    </dgm:dataModel>
  </dgm:clrData>
  <dgm:layoutNode name="list">
    <dgm:varLst>
      <dgm:dir/>
      <dgm:animLvl val="lvl"/>
    </dgm:varLst>
    <dgm:choose name="Name0">
      <dgm:if name="Name1" func="var" arg="dir" op="equ" val="norm">
        <dgm:alg type="lin">
          <dgm:param type="linDir" val="fromL"/>
          <dgm:param type="fallback" val="2D"/>
          <dgm:param type="nodeVertAlign" val="t"/>
        </dgm:alg>
      </dgm:if>
      <dgm:else name="Name2">
        <dgm:alg type="lin">
          <dgm:param type="linDir" val="fromR"/>
          <dgm:param type="fallback" val="2D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ircle" refType="w" fact="0.5"/>
      <dgm:constr type="w" for="ch" forName="vertFlow" refType="w" fact="0.75"/>
      <dgm:constr type="h" for="des" forName="firstComp" refType="w" refFor="ch" refForName="vertFlow" fact="0.667"/>
      <dgm:constr type="h" for="des" forName="comp" refType="h" refFor="des" refForName="firstComp" op="equ"/>
      <dgm:constr type="h" for="des" forName="topSpace" refType="w" refFor="ch" refForName="circle" op="equ" fact="0.4"/>
      <dgm:constr type="w" for="ch" forName="posSpace" refType="w" fact="0.4"/>
      <dgm:constr type="w" for="ch" forName="negSpace" refType="w" fact="-1.15"/>
      <dgm:constr type="w" for="ch" forName="transSpace" refType="w" fact="0.75"/>
      <dgm:constr type="primFontSz" for="ch" forName="circle" op="equ" val="65"/>
      <dgm:constr type="primFontSz" for="des" forName="firstChildTx" val="65"/>
      <dgm:constr type="primFontSz" for="des" forName="childTx" refType="primFontSz" refFor="des" refForName="firstChildTx" op="equ"/>
    </dgm:constrLst>
    <dgm:ruleLst/>
    <dgm:forEach name="Name3" axis="ch" ptType="node">
      <dgm:layoutNode name="pos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vertFlow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firstComp" refType="w"/>
          <dgm:constr type="w" for="ch" forName="comp" refType="w"/>
        </dgm:constrLst>
        <dgm:ruleLst/>
        <dgm:layoutNode name="top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firstComp">
          <dgm:alg type="composite"/>
          <dgm:shape xmlns:r="http://schemas.openxmlformats.org/officeDocument/2006/relationships" r:blip="">
            <dgm:adjLst/>
          </dgm:shape>
          <dgm:presOf/>
          <dgm:choose name="Name4">
            <dgm:if name="Name5" func="var" arg="dir" op="equ" val="norm">
              <dgm:constrLst>
                <dgm:constr type="l" for="ch" forName="firstChild"/>
                <dgm:constr type="t" for="ch" forName="firstChild"/>
                <dgm:constr type="w" for="ch" forName="firstChild" refType="w"/>
                <dgm:constr type="h" for="ch" forName="firstChild" refType="h"/>
                <dgm:constr type="l" for="ch" forName="firstChildTx" refType="w" fact="0.16"/>
                <dgm:constr type="r" for="ch" forName="firstChildTx" refType="w"/>
                <dgm:constr type="h" for="ch" forName="firstChildTx" refFor="ch" refForName="firstChild" op="equ"/>
              </dgm:constrLst>
            </dgm:if>
            <dgm:else name="Name6">
              <dgm:constrLst>
                <dgm:constr type="l" for="ch" forName="firstChild"/>
                <dgm:constr type="t" for="ch" forName="firstChild"/>
                <dgm:constr type="w" for="ch" forName="firstChild" refType="w"/>
                <dgm:constr type="h" for="ch" forName="firstChild" refType="h"/>
                <dgm:constr type="l" for="ch" forName="firstChildTx"/>
                <dgm:constr type="r" for="ch" forName="firstChildTx" refType="w" fact="0.825"/>
                <dgm:constr type="h" for="ch" forName="firstChildTx" refFor="ch" refForName="firstChild" op="equ"/>
              </dgm:constrLst>
            </dgm:else>
          </dgm:choose>
          <dgm:ruleLst/>
          <dgm:layoutNode name="firstChild" styleLbl="bgAccFollowNode1">
            <dgm:alg type="sp"/>
            <dgm:shape xmlns:r="http://schemas.openxmlformats.org/officeDocument/2006/relationships" type="rect" r:blip="">
              <dgm:adjLst/>
            </dgm:shape>
            <dgm:presOf axis="ch desOrSelf" ptType="node node" cnt="1 0"/>
            <dgm:constrLst/>
            <dgm:ruleLst/>
          </dgm:layoutNode>
          <dgm:layoutNode name="firstChildTx" styleLbl="bgAccFollowNode1">
            <dgm:varLst>
              <dgm:bulletEnabled val="1"/>
            </dgm:varLst>
            <dgm:alg type="tx">
              <dgm:param type="parTxLTRAlign" val="l"/>
            </dgm:alg>
            <dgm:shape xmlns:r="http://schemas.openxmlformats.org/officeDocument/2006/relationships" type="rect" r:blip="" hideGeom="1">
              <dgm:adjLst/>
            </dgm:shape>
            <dgm:presOf axis="ch desOrSelf" ptType="node node" cnt="1 0"/>
            <dgm:choose name="Name7">
              <dgm:if name="Name8" func="var" arg="dir" op="equ" val="norm">
                <dgm:constrLst>
                  <dgm:constr type="primFontSz" val="65"/>
                  <dgm:constr type="lMarg"/>
                </dgm:constrLst>
              </dgm:if>
              <dgm:else name="Name9">
                <dgm:constrLst>
                  <dgm:constr type="primFontSz" val="65"/>
                  <dgm:constr type="rMarg"/>
                </dgm:constrLst>
              </dgm:else>
            </dgm:choose>
            <dgm:ruleLst>
              <dgm:rule type="primFontSz" val="5" fact="NaN" max="NaN"/>
            </dgm:ruleLst>
          </dgm:layoutNode>
        </dgm:layoutNode>
        <dgm:forEach name="Name10" axis="ch" ptType="node" st="2">
          <dgm:layoutNode name="comp">
            <dgm:alg type="composite"/>
            <dgm:shape xmlns:r="http://schemas.openxmlformats.org/officeDocument/2006/relationships" r:blip="">
              <dgm:adjLst/>
            </dgm:shape>
            <dgm:presOf/>
            <dgm:choose name="Name11">
              <dgm:if name="Name12" func="var" arg="dir" op="equ" val="norm">
                <dgm:constrLst>
                  <dgm:constr type="l" for="ch" forName="child"/>
                  <dgm:constr type="t" for="ch" forName="child"/>
                  <dgm:constr type="w" for="ch" forName="child" refType="w"/>
                  <dgm:constr type="h" for="ch" forName="child" refType="h"/>
                  <dgm:constr type="l" for="ch" forName="childTx" refType="w" fact="0.16"/>
                  <dgm:constr type="r" for="ch" forName="childTx" refType="w"/>
                  <dgm:constr type="h" for="ch" forName="childTx" refFor="ch" refForName="child" op="equ"/>
                </dgm:constrLst>
              </dgm:if>
              <dgm:else name="Name13">
                <dgm:constrLst>
                  <dgm:constr type="l" for="ch" forName="child"/>
                  <dgm:constr type="t" for="ch" forName="child"/>
                  <dgm:constr type="w" for="ch" forName="child" refType="w"/>
                  <dgm:constr type="h" for="ch" forName="child" refType="h"/>
                  <dgm:constr type="l" for="ch" forName="childTx"/>
                  <dgm:constr type="r" for="ch" forName="childTx" refType="w" fact="0.825"/>
                  <dgm:constr type="h" for="ch" forName="childTx" refFor="ch" refForName="child" op="equ"/>
                </dgm:constrLst>
              </dgm:else>
            </dgm:choose>
            <dgm:ruleLst/>
            <dgm:layoutNode name="child" styleLbl="bgAccFollowNode1">
              <dgm:alg type="sp"/>
              <dgm:shape xmlns:r="http://schemas.openxmlformats.org/officeDocument/2006/relationships" type="rect" r:blip="">
                <dgm:adjLst/>
              </dgm:shape>
              <dgm:presOf axis="desOrSelf" ptType="node"/>
              <dgm:constrLst/>
              <dgm:ruleLst/>
            </dgm:layoutNode>
            <dgm:layoutNode name="childTx" styleLbl="bgAccFollowNode1">
              <dgm:varLst>
                <dgm:bulletEnabled val="1"/>
              </dgm:varLst>
              <dgm:alg type="tx">
                <dgm:param type="parTxLTRAlign" val="l"/>
              </dgm:alg>
              <dgm:shape xmlns:r="http://schemas.openxmlformats.org/officeDocument/2006/relationships" type="rect" r:blip="" hideGeom="1">
                <dgm:adjLst/>
              </dgm:shape>
              <dgm:presOf axis="desOrSelf" ptType="node"/>
              <dgm:choose name="Name14">
                <dgm:if name="Name15" func="var" arg="dir" op="equ" val="norm">
                  <dgm:constrLst>
                    <dgm:constr type="primFontSz" val="65"/>
                    <dgm:constr type="lMarg"/>
                  </dgm:constrLst>
                </dgm:if>
                <dgm:else name="Name16">
                  <dgm:constrLst>
                    <dgm:constr type="primFontSz" val="65"/>
                    <dgm:constr type="rMarg"/>
                  </dgm:constrLst>
                </dgm:else>
              </dgm:choose>
              <dgm:ruleLst>
                <dgm:rule type="primFontSz" val="5" fact="NaN" max="NaN"/>
              </dgm:ruleLst>
            </dgm:layoutNode>
          </dgm:layoutNode>
        </dgm:forEach>
      </dgm:layoutNode>
      <dgm:layoutNode name="neg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ircle" styleLbl="node1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lMarg"/>
          <dgm:constr type="rMarg"/>
          <dgm:constr type="tMarg"/>
          <dgm:constr type="bMarg"/>
          <dgm:constr type="h" refType="w"/>
        </dgm:constrLst>
        <dgm:ruleLst>
          <dgm:rule type="primFontSz" val="5" fact="NaN" max="NaN"/>
        </dgm:ruleLst>
      </dgm:layoutNode>
      <dgm:forEach name="Name17" axis="followSib" ptType="sibTrans" cnt="1">
        <dgm:layoutNode name="trans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StepDownProcess">
  <dgm:title val=""/>
  <dgm:desc val=""/>
  <dgm:catLst>
    <dgm:cat type="process" pri="1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t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t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hoose name="Name3">
      <dgm:if name="Name4" func="var" arg="dir" op="equ" val="norm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if>
      <dgm:else name="Name5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else>
    </dgm:choose>
    <dgm:forEach name="nodesForEach" axis="ch" ptType="node">
      <dgm:layoutNode name="composite">
        <dgm:alg type="composite">
          <dgm:param type="ar" val="1.2439"/>
        </dgm:alg>
        <dgm:shape xmlns:r="http://schemas.openxmlformats.org/officeDocument/2006/relationships" r:blip="">
          <dgm:adjLst/>
        </dgm:shape>
        <dgm:choose name="Name6">
          <dgm:if name="Name7" func="var" arg="dir" op="equ" val="norm">
            <dgm:constrLst>
              <dgm:constr type="l" for="ch" forName="bentUpArrow1" refType="w" fact="0.0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refFor="ch" refForName="ParentText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refFor="ch" refForName="ParentText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if>
          <dgm:else name="Name8">
            <dgm:constrLst>
              <dgm:constr type="r" for="ch" forName="bentUpArrow1" refType="w" fact="0.9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.4316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fact="0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fact="0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else>
        </dgm:choose>
        <dgm:choose name="Name9">
          <dgm:if name="Name10" axis="followSib" ptType="node" func="cnt" op="gte" val="1">
            <dgm:layoutNode name="bentUpArrow1" styleLbl="alignImgPlace1">
              <dgm:alg type="sp"/>
              <dgm:choose name="Name11">
                <dgm:if name="Name12" func="var" arg="dir" op="equ" val="norm">
                  <dgm:shape xmlns:r="http://schemas.openxmlformats.org/officeDocument/2006/relationships" rot="90" type="bentUpArrow" r:blip="">
                    <dgm:adjLst>
                      <dgm:adj idx="1" val="0.3284"/>
                      <dgm:adj idx="2" val="0.25"/>
                      <dgm:adj idx="3" val="0.3578"/>
                    </dgm:adjLst>
                  </dgm:shape>
                </dgm:if>
                <dgm:else name="Name13">
                  <dgm:shape xmlns:r="http://schemas.openxmlformats.org/officeDocument/2006/relationships" rot="180" type="bentArrow" r:blip="">
                    <dgm:adjLst>
                      <dgm:adj idx="1" val="0.3284"/>
                      <dgm:adj idx="2" val="0.25"/>
                      <dgm:adj idx="3" val="0.3578"/>
                      <dgm:adj idx="4" val="0"/>
                    </dgm:adjLst>
                  </dgm:shape>
                </dgm:else>
              </dgm:choose>
              <dgm:presOf/>
            </dgm:layoutNode>
          </dgm:if>
          <dgm:else name="Name14"/>
        </dgm:choose>
        <dgm:layoutNode name="ParentText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66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15">
          <dgm:if name="Name16" axis="followSib" ptType="node" func="cnt" op="equ" val="0">
            <dgm:choose name="Name17">
              <dgm:if name="Name18" axis="ch" ptType="node" func="cnt" op="gte" val="1">
                <dgm:layoutNode name="FinalChildText" styleLbl="revTx">
                  <dgm:varLst>
                    <dgm:chMax val="0"/>
                    <dgm:chPref val="0"/>
                    <dgm:bulletEnabled val="1"/>
                  </dgm:varLst>
                  <dgm:alg type="tx">
                    <dgm:param type="stBulletLvl" val="1"/>
                    <dgm:param type="txAnchorVertCh" val="mid"/>
                    <dgm:param type="parTxLTRAlign" val="l"/>
                  </dgm:alg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</dgm:if>
          <dgm:else name="Name20">
            <dgm:layoutNode name="ChildText" styleLbl="revTx">
              <dgm:varLst>
                <dgm:chMax val="0"/>
                <dgm:chPref val="0"/>
                <dgm:bulletEnabled val="1"/>
              </dgm:varLst>
              <dgm:alg type="tx">
                <dgm:param type="stBulletLvl" val="1"/>
                <dgm:param type="txAnchorVertCh" val="mid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else>
        </dgm:choos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3/30/2026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.xml"/><Relationship Id="rId13" Type="http://schemas.openxmlformats.org/officeDocument/2006/relationships/diagramData" Target="../diagrams/data3.xml"/><Relationship Id="rId18" Type="http://schemas.openxmlformats.org/officeDocument/2006/relationships/image" Target="../media/image5.jpe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microsoft.com/office/2007/relationships/diagramDrawing" Target="../diagrams/drawing2.xml"/><Relationship Id="rId17" Type="http://schemas.microsoft.com/office/2007/relationships/diagramDrawing" Target="../diagrams/drawing3.xml"/><Relationship Id="rId2" Type="http://schemas.openxmlformats.org/officeDocument/2006/relationships/notesSlide" Target="../notesSlides/notesSlide2.xml"/><Relationship Id="rId16" Type="http://schemas.openxmlformats.org/officeDocument/2006/relationships/diagramColors" Target="../diagrams/colors3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.xml"/><Relationship Id="rId11" Type="http://schemas.openxmlformats.org/officeDocument/2006/relationships/diagramColors" Target="../diagrams/colors2.xml"/><Relationship Id="rId5" Type="http://schemas.openxmlformats.org/officeDocument/2006/relationships/diagramQuickStyle" Target="../diagrams/quickStyle1.xml"/><Relationship Id="rId15" Type="http://schemas.openxmlformats.org/officeDocument/2006/relationships/diagramQuickStyle" Target="../diagrams/quickStyle3.xml"/><Relationship Id="rId10" Type="http://schemas.openxmlformats.org/officeDocument/2006/relationships/diagramQuickStyle" Target="../diagrams/quickStyle2.xml"/><Relationship Id="rId4" Type="http://schemas.openxmlformats.org/officeDocument/2006/relationships/diagramLayout" Target="../diagrams/layout1.xml"/><Relationship Id="rId9" Type="http://schemas.openxmlformats.org/officeDocument/2006/relationships/diagramLayout" Target="../diagrams/layout2.xml"/><Relationship Id="rId14" Type="http://schemas.openxmlformats.org/officeDocument/2006/relationships/diagramLayout" Target="../diagrams/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13" Type="http://schemas.openxmlformats.org/officeDocument/2006/relationships/tags" Target="../tags/tag14.xml"/><Relationship Id="rId18" Type="http://schemas.openxmlformats.org/officeDocument/2006/relationships/tags" Target="../tags/tag19.xml"/><Relationship Id="rId26" Type="http://schemas.openxmlformats.org/officeDocument/2006/relationships/notesSlide" Target="../notesSlides/notesSlide5.xml"/><Relationship Id="rId3" Type="http://schemas.openxmlformats.org/officeDocument/2006/relationships/tags" Target="../tags/tag4.xml"/><Relationship Id="rId21" Type="http://schemas.openxmlformats.org/officeDocument/2006/relationships/tags" Target="../tags/tag22.xml"/><Relationship Id="rId7" Type="http://schemas.openxmlformats.org/officeDocument/2006/relationships/tags" Target="../tags/tag8.xml"/><Relationship Id="rId12" Type="http://schemas.openxmlformats.org/officeDocument/2006/relationships/tags" Target="../tags/tag13.xml"/><Relationship Id="rId17" Type="http://schemas.openxmlformats.org/officeDocument/2006/relationships/tags" Target="../tags/tag18.xml"/><Relationship Id="rId25" Type="http://schemas.openxmlformats.org/officeDocument/2006/relationships/slideLayout" Target="../slideLayouts/slideLayout6.xml"/><Relationship Id="rId2" Type="http://schemas.openxmlformats.org/officeDocument/2006/relationships/tags" Target="../tags/tag3.xml"/><Relationship Id="rId16" Type="http://schemas.openxmlformats.org/officeDocument/2006/relationships/tags" Target="../tags/tag17.xml"/><Relationship Id="rId20" Type="http://schemas.openxmlformats.org/officeDocument/2006/relationships/tags" Target="../tags/tag21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tags" Target="../tags/tag12.xml"/><Relationship Id="rId24" Type="http://schemas.openxmlformats.org/officeDocument/2006/relationships/tags" Target="../tags/tag25.xml"/><Relationship Id="rId5" Type="http://schemas.openxmlformats.org/officeDocument/2006/relationships/tags" Target="../tags/tag6.xml"/><Relationship Id="rId15" Type="http://schemas.openxmlformats.org/officeDocument/2006/relationships/tags" Target="../tags/tag16.xml"/><Relationship Id="rId23" Type="http://schemas.openxmlformats.org/officeDocument/2006/relationships/tags" Target="../tags/tag24.xml"/><Relationship Id="rId10" Type="http://schemas.openxmlformats.org/officeDocument/2006/relationships/tags" Target="../tags/tag11.xml"/><Relationship Id="rId19" Type="http://schemas.openxmlformats.org/officeDocument/2006/relationships/tags" Target="../tags/tag20.xml"/><Relationship Id="rId4" Type="http://schemas.openxmlformats.org/officeDocument/2006/relationships/tags" Target="../tags/tag5.xml"/><Relationship Id="rId9" Type="http://schemas.openxmlformats.org/officeDocument/2006/relationships/tags" Target="../tags/tag10.xml"/><Relationship Id="rId14" Type="http://schemas.openxmlformats.org/officeDocument/2006/relationships/tags" Target="../tags/tag15.xml"/><Relationship Id="rId22" Type="http://schemas.openxmlformats.org/officeDocument/2006/relationships/tags" Target="../tags/tag2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4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93790" y="2958941"/>
            <a:ext cx="7556421" cy="12401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ea typeface="Inter Bold" pitchFamily="34" charset="-122"/>
                <a:cs typeface="+mn-lt"/>
              </a:rPr>
              <a:t>PGI (Performance Grading Index)</a:t>
            </a:r>
            <a:endParaRPr lang="en-US" sz="3900" dirty="0">
              <a:cs typeface="+mn-lt"/>
            </a:endParaRPr>
          </a:p>
        </p:txBody>
      </p:sp>
      <p:sp>
        <p:nvSpPr>
          <p:cNvPr id="4" name="Text 1"/>
          <p:cNvSpPr/>
          <p:nvPr/>
        </p:nvSpPr>
        <p:spPr>
          <a:xfrm>
            <a:off x="793790" y="4278392"/>
            <a:ext cx="7556421" cy="99226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000000"/>
                </a:solidFill>
                <a:ea typeface="Inter Bold" pitchFamily="34" charset="-122"/>
                <a:cs typeface="+mn-lt"/>
              </a:rPr>
              <a:t>District Score &amp; Grade Prediction (2018–2020)</a:t>
            </a:r>
            <a:endParaRPr lang="en-US" sz="3100" dirty="0">
              <a:cs typeface="+mn-lt"/>
            </a:endParaRPr>
          </a:p>
        </p:txBody>
      </p:sp>
      <p:pic>
        <p:nvPicPr>
          <p:cNvPr id="5" name="Picture 4" descr="Performance_Grading_Inde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2988" y="1735439"/>
            <a:ext cx="5849620" cy="5358765"/>
          </a:xfrm>
          <a:prstGeom prst="rect">
            <a:avLst/>
          </a:prstGeom>
        </p:spPr>
      </p:pic>
      <p:pic>
        <p:nvPicPr>
          <p:cNvPr id="7" name="Picture 6" descr="adtu_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0575" y="339090"/>
            <a:ext cx="3051810" cy="2160270"/>
          </a:xfrm>
          <a:prstGeom prst="rect">
            <a:avLst/>
          </a:prstGeom>
        </p:spPr>
      </p:pic>
      <p:sp>
        <p:nvSpPr>
          <p:cNvPr id="8" name="Text Box 7"/>
          <p:cNvSpPr txBox="1"/>
          <p:nvPr/>
        </p:nvSpPr>
        <p:spPr>
          <a:xfrm>
            <a:off x="793749" y="5674995"/>
            <a:ext cx="5283665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u="sng" dirty="0"/>
              <a:t>Submitted by:</a:t>
            </a:r>
          </a:p>
          <a:p>
            <a:pPr algn="just"/>
            <a:r>
              <a:rPr lang="en-US" sz="2000" dirty="0" err="1"/>
              <a:t>Ksh</a:t>
            </a:r>
            <a:r>
              <a:rPr lang="en-US" sz="2000" dirty="0"/>
              <a:t> Sandip Singha       ADTU/2022-26/BCS/028</a:t>
            </a:r>
          </a:p>
          <a:p>
            <a:r>
              <a:rPr lang="en-US" sz="2000" dirty="0"/>
              <a:t>Ph Angamba Singha    ADTU/2022-26/BCS/053</a:t>
            </a:r>
          </a:p>
          <a:p>
            <a:r>
              <a:rPr lang="en-US" sz="2000" dirty="0"/>
              <a:t>K Premila Singha 	        ADTU/2022-26/BCS/070</a:t>
            </a:r>
          </a:p>
          <a:p>
            <a:r>
              <a:rPr lang="en-US" sz="2000" dirty="0" err="1"/>
              <a:t>Meklin</a:t>
            </a:r>
            <a:r>
              <a:rPr lang="en-US" sz="2000" dirty="0"/>
              <a:t> Chakma            ADTU/2022-26/BCS(B)/006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7335450" y="5728269"/>
            <a:ext cx="270065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u="sng" dirty="0"/>
              <a:t>SUPERVISOR:</a:t>
            </a:r>
          </a:p>
          <a:p>
            <a:pPr algn="l"/>
            <a:r>
              <a:rPr lang="en-US" sz="2000" dirty="0"/>
              <a:t>Dr. Arpita Nath Boruah</a:t>
            </a:r>
          </a:p>
          <a:p>
            <a:pPr algn="l"/>
            <a:r>
              <a:rPr lang="en-US" sz="2000" dirty="0"/>
              <a:t>Assistant Professor</a:t>
            </a:r>
          </a:p>
        </p:txBody>
      </p:sp>
      <p:sp>
        <p:nvSpPr>
          <p:cNvPr id="11" name="Rectangles 10"/>
          <p:cNvSpPr/>
          <p:nvPr/>
        </p:nvSpPr>
        <p:spPr>
          <a:xfrm>
            <a:off x="12640945" y="7708900"/>
            <a:ext cx="1913255" cy="4533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1212850" y="4033520"/>
            <a:ext cx="8166100" cy="317881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/>
              <a:t> Existing PGI evaluations lack predictive and diagnostic insights.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/>
              <a:t> No systematic use of AI or advanced analytics to forecast educational trends.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/>
              <a:t> Difficulty in identifying the precise drivers of educational excellence or deficiency.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/>
              <a:t> Policy responses are often reactive rather than anticipatory. 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1097280" y="1626235"/>
            <a:ext cx="12387580" cy="17786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800">
                <a:sym typeface="+mn-ea"/>
              </a:rPr>
              <a:t>The Problem: A Gap in Diagnostic and Predictive Insight Current PGI evaluations are essential but often fall short of providing the necessary depth for proactive governance.</a:t>
            </a:r>
          </a:p>
          <a:p>
            <a:endParaRPr lang="en-US" altLang="zh-CN" sz="2800">
              <a:sym typeface="+mn-ea"/>
            </a:endParaRPr>
          </a:p>
          <a:p>
            <a:r>
              <a:rPr lang="en-US" altLang="zh-CN" sz="2800">
                <a:sym typeface="+mn-ea"/>
              </a:rPr>
              <a:t>We aim to close the gap between data collection and policy formulation.</a:t>
            </a:r>
            <a:endParaRPr lang="en-US" sz="2800"/>
          </a:p>
        </p:txBody>
      </p:sp>
      <p:sp>
        <p:nvSpPr>
          <p:cNvPr id="5" name="Text Box 4"/>
          <p:cNvSpPr txBox="1"/>
          <p:nvPr/>
        </p:nvSpPr>
        <p:spPr>
          <a:xfrm>
            <a:off x="1097280" y="692150"/>
            <a:ext cx="95942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>
                <a:latin typeface="Bodoni MT" panose="02070603080606020203" charset="0"/>
                <a:cs typeface="Bodoni MT" panose="02070603080606020203" charset="0"/>
              </a:rPr>
              <a:t>PROBLEM STATEMENT</a:t>
            </a:r>
          </a:p>
        </p:txBody>
      </p:sp>
      <p:pic>
        <p:nvPicPr>
          <p:cNvPr id="6" name="Picture 5" descr="pss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473565" y="3937000"/>
            <a:ext cx="3137535" cy="3137535"/>
          </a:xfrm>
          <a:prstGeom prst="rect">
            <a:avLst/>
          </a:prstGeom>
        </p:spPr>
      </p:pic>
      <p:sp>
        <p:nvSpPr>
          <p:cNvPr id="11" name="Rectangles 10"/>
          <p:cNvSpPr/>
          <p:nvPr/>
        </p:nvSpPr>
        <p:spPr>
          <a:xfrm>
            <a:off x="12854940" y="7747000"/>
            <a:ext cx="1661795" cy="4279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21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75791" y="515293"/>
            <a:ext cx="6076950" cy="48450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3600" b="1" dirty="0">
                <a:solidFill>
                  <a:srgbClr val="000000"/>
                </a:solidFill>
                <a:latin typeface="Bodoni MT" panose="02070603080606020203" charset="0"/>
                <a:ea typeface="Inter Bold"/>
                <a:cs typeface="Bodoni MT" panose="02070603080606020203" charset="0"/>
              </a:rPr>
              <a:t>Introduction to PGI Analysis</a:t>
            </a:r>
            <a:endParaRPr lang="en-US" sz="3600" dirty="0">
              <a:latin typeface="Bodoni MT" panose="02070603080606020203" charset="0"/>
              <a:ea typeface="Inter Bold"/>
              <a:cs typeface="Bodoni MT" panose="02070603080606020203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620197" y="1478006"/>
            <a:ext cx="9192876" cy="49601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This presentation focuses on predicting District Grades for 2018–23 using Machine Learning classifiers. We will explore various models and their performance on the dataset.</a:t>
            </a:r>
            <a:endParaRPr lang="en-US" sz="1600" dirty="0"/>
          </a:p>
        </p:txBody>
      </p:sp>
      <p:sp>
        <p:nvSpPr>
          <p:cNvPr id="30" name="Rectangles 29"/>
          <p:cNvSpPr/>
          <p:nvPr/>
        </p:nvSpPr>
        <p:spPr>
          <a:xfrm>
            <a:off x="12854940" y="7747000"/>
            <a:ext cx="1661795" cy="4279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9" name="Diagram 38">
            <a:extLst>
              <a:ext uri="{FF2B5EF4-FFF2-40B4-BE49-F238E27FC236}">
                <a16:creationId xmlns:a16="http://schemas.microsoft.com/office/drawing/2014/main" id="{937B7868-6AB3-0CD7-CE96-EEA4AEBE786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4452765"/>
              </p:ext>
            </p:extLst>
          </p:nvPr>
        </p:nvGraphicFramePr>
        <p:xfrm>
          <a:off x="-271346" y="3359931"/>
          <a:ext cx="6817112" cy="35299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40" name="Diagram 39">
            <a:extLst>
              <a:ext uri="{FF2B5EF4-FFF2-40B4-BE49-F238E27FC236}">
                <a16:creationId xmlns:a16="http://schemas.microsoft.com/office/drawing/2014/main" id="{3FD690FF-6660-4154-9901-14AC8757000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35498555"/>
              </p:ext>
            </p:extLst>
          </p:nvPr>
        </p:nvGraphicFramePr>
        <p:xfrm>
          <a:off x="6055112" y="2980638"/>
          <a:ext cx="6504878" cy="413214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graphicFrame>
        <p:nvGraphicFramePr>
          <p:cNvPr id="41" name="Diagram 40">
            <a:extLst>
              <a:ext uri="{FF2B5EF4-FFF2-40B4-BE49-F238E27FC236}">
                <a16:creationId xmlns:a16="http://schemas.microsoft.com/office/drawing/2014/main" id="{F6D7AB98-2896-8588-C3D1-C3376676918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79328493"/>
              </p:ext>
            </p:extLst>
          </p:nvPr>
        </p:nvGraphicFramePr>
        <p:xfrm>
          <a:off x="10837127" y="3221923"/>
          <a:ext cx="3445725" cy="36123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3" r:lo="rId14" r:qs="rId15" r:cs="rId16"/>
          </a:graphicData>
        </a:graphic>
      </p:graphicFrame>
      <p:pic>
        <p:nvPicPr>
          <p:cNvPr id="49" name="Picture 48">
            <a:extLst>
              <a:ext uri="{FF2B5EF4-FFF2-40B4-BE49-F238E27FC236}">
                <a16:creationId xmlns:a16="http://schemas.microsoft.com/office/drawing/2014/main" id="{147D8852-7F77-3AC1-AC9E-A875B46A4C46}"/>
              </a:ext>
            </a:extLst>
          </p:cNvPr>
          <p:cNvPicPr>
            <a:picLocks noChangeAspect="1"/>
          </p:cNvPicPr>
          <p:nvPr/>
        </p:nvPicPr>
        <p:blipFill>
          <a:blip r:embed="rId18">
            <a:alphaModFix amt="5000"/>
          </a:blip>
          <a:srcRect l="15087" t="6011" r="-14184" b="-6262"/>
          <a:stretch>
            <a:fillRect/>
          </a:stretch>
        </p:blipFill>
        <p:spPr>
          <a:xfrm>
            <a:off x="2152891" y="300941"/>
            <a:ext cx="10516010" cy="788131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litrev"/>
          <p:cNvPicPr>
            <a:picLocks noChangeAspect="1"/>
          </p:cNvPicPr>
          <p:nvPr/>
        </p:nvPicPr>
        <p:blipFill>
          <a:blip r:embed="rId2">
            <a:alphaModFix amt="84000"/>
          </a:blip>
          <a:srcRect l="64482" b="54809"/>
          <a:stretch>
            <a:fillRect/>
          </a:stretch>
        </p:blipFill>
        <p:spPr>
          <a:xfrm>
            <a:off x="11730355" y="431800"/>
            <a:ext cx="2694940" cy="2571750"/>
          </a:xfrm>
          <a:prstGeom prst="rect">
            <a:avLst/>
          </a:prstGeom>
          <a:solidFill>
            <a:schemeClr val="accent1">
              <a:alpha val="10000"/>
            </a:schemeClr>
          </a:solidFill>
        </p:spPr>
      </p:pic>
      <p:sp>
        <p:nvSpPr>
          <p:cNvPr id="2" name="Text Box 1"/>
          <p:cNvSpPr txBox="1"/>
          <p:nvPr/>
        </p:nvSpPr>
        <p:spPr>
          <a:xfrm>
            <a:off x="1461135" y="745490"/>
            <a:ext cx="615569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Bodoni MT" panose="02070603080606020203" charset="0"/>
                <a:cs typeface="Bodoni MT" panose="02070603080606020203" charset="0"/>
              </a:rPr>
              <a:t>LITERATURE REVIEW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1543685" y="1680845"/>
            <a:ext cx="10859135" cy="54203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000"/>
              <a:t>The Performance Grading Index (PGI) developed by the Ministry of Education provides a structured framework to evaluate district education performance across domains such as Outcomes, Teaching Quality, Infrastructure, Safety, Digital Learning, and Governance.</a:t>
            </a:r>
          </a:p>
          <a:p>
            <a:endParaRPr lang="en-US" altLang="en-US" sz="2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000"/>
              <a:t>Existing PGI reports focus mainly on descriptive analysis and grade comparisons, with very limited use of predictive machine-learning methods.</a:t>
            </a:r>
          </a:p>
          <a:p>
            <a:endParaRPr lang="en-US" altLang="en-US" sz="2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000"/>
              <a:t>In education analytics, Decision Tree, Random Forest, Gradient Boosting, XGBoost, and Stacking are commonly used classifiers due to their accuracy, ability to handle mixed data, and interpretability through feature importance.</a:t>
            </a:r>
          </a:p>
          <a:p>
            <a:endParaRPr lang="en-US" altLang="en-US" sz="2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000"/>
              <a:t>Good evaluation practices include using accuracy with confusion matrix, checking class distribution, and ensuring proper preprocessing (imputation, scaling, and encoding).</a:t>
            </a:r>
          </a:p>
          <a:p>
            <a:endParaRPr lang="en-US" altLang="en-US" sz="2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000"/>
              <a:t>Research gap: Very few studies attempt to predict PGI Grades using ML. This project addresses that gap by comparing multiple classifiers and analyzing their performance on district-level data.</a:t>
            </a:r>
          </a:p>
        </p:txBody>
      </p:sp>
      <p:sp>
        <p:nvSpPr>
          <p:cNvPr id="11" name="Rectangles 10"/>
          <p:cNvSpPr/>
          <p:nvPr/>
        </p:nvSpPr>
        <p:spPr>
          <a:xfrm>
            <a:off x="12854940" y="7759065"/>
            <a:ext cx="1661795" cy="4279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70090" y="624620"/>
            <a:ext cx="4961811" cy="62007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Bodoni MT" panose="02070603080606020203" charset="0"/>
                <a:ea typeface="Inter Bold" pitchFamily="34" charset="-122"/>
                <a:cs typeface="Bodoni MT" panose="02070603080606020203" charset="0"/>
              </a:rPr>
              <a:t>Dataset Description</a:t>
            </a:r>
            <a:endParaRPr lang="en-US" sz="3900" dirty="0">
              <a:latin typeface="Bodoni MT" panose="02070603080606020203" charset="0"/>
              <a:cs typeface="Bodoni MT" panose="02070603080606020203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927322" y="1556725"/>
            <a:ext cx="13042821" cy="63507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sz="15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Our dataset comprises approximately </a:t>
            </a:r>
            <a:r>
              <a:rPr lang="en-US" b="1" dirty="0">
                <a:latin typeface="Aptos Narrow" panose="020B0004020202020204" pitchFamily="34" charset="0"/>
                <a:ea typeface="Inter" panose="020B0604020202020204" charset="0"/>
              </a:rPr>
              <a:t>4</a:t>
            </a:r>
            <a:r>
              <a:rPr lang="en-US" sz="15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000+ rows, with 'Grade' as the primary target variable. Several feature columns contribute to the prediction model.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938753" y="2918381"/>
            <a:ext cx="13042821" cy="1727954"/>
          </a:xfrm>
          <a:prstGeom prst="roundRect">
            <a:avLst>
              <a:gd name="adj" fmla="val 4824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4850" y="3032998"/>
            <a:ext cx="3507700" cy="3175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Total Rows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5057521" y="3104118"/>
            <a:ext cx="8718709" cy="3175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~</a:t>
            </a:r>
            <a:r>
              <a:rPr lang="en-US" sz="2400" b="1" dirty="0">
                <a:solidFill>
                  <a:srgbClr val="272525"/>
                </a:solidFill>
                <a:latin typeface="Aptos Narrow" panose="020B00040202020202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4000</a:t>
            </a:r>
            <a:r>
              <a:rPr lang="en-US" sz="15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+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1114370" y="3543578"/>
            <a:ext cx="3507700" cy="3175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Target Variable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5088636" y="3624223"/>
            <a:ext cx="8718709" cy="3175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Grade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1144850" y="4098608"/>
            <a:ext cx="3507700" cy="3175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Feature Columns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5056886" y="4138613"/>
            <a:ext cx="8718709" cy="3175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Overall District Score, Outcome, ECT, IF&amp;SE, SS&amp;CP, DL, GP</a:t>
            </a:r>
            <a:endParaRPr lang="en-US" sz="1550" dirty="0"/>
          </a:p>
        </p:txBody>
      </p:sp>
      <p:cxnSp>
        <p:nvCxnSpPr>
          <p:cNvPr id="14" name="Straight Connector 13"/>
          <p:cNvCxnSpPr/>
          <p:nvPr/>
        </p:nvCxnSpPr>
        <p:spPr>
          <a:xfrm flipH="1">
            <a:off x="4652828" y="2931160"/>
            <a:ext cx="13335" cy="17049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aphicFrame>
        <p:nvGraphicFramePr>
          <p:cNvPr id="15" name="Table 14"/>
          <p:cNvGraphicFramePr/>
          <p:nvPr>
            <p:extLst>
              <p:ext uri="{D42A27DB-BD31-4B8C-83A1-F6EECF244321}">
                <p14:modId xmlns:p14="http://schemas.microsoft.com/office/powerpoint/2010/main" val="4061503136"/>
              </p:ext>
            </p:extLst>
          </p:nvPr>
        </p:nvGraphicFramePr>
        <p:xfrm>
          <a:off x="2103120" y="5012055"/>
          <a:ext cx="10240010" cy="275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0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00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GRADE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LABEL ENCODED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/>
                        <a:t>Akanshi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 sz="1800">
                          <a:sym typeface="+mn-ea"/>
                        </a:rPr>
                        <a:t>Prachesta-1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Prachesta-2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73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sym typeface="+mn-ea"/>
                        </a:rPr>
                        <a:t>Prachesta-3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Uttam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Ati-</a:t>
                      </a:r>
                      <a:r>
                        <a:rPr lang="en-US" dirty="0" err="1"/>
                        <a:t>uttam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6" name="Rectangles 15"/>
          <p:cNvSpPr/>
          <p:nvPr/>
        </p:nvSpPr>
        <p:spPr>
          <a:xfrm>
            <a:off x="12854940" y="7747000"/>
            <a:ext cx="1661795" cy="4279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36085328"/>
              </p:ext>
            </p:extLst>
          </p:nvPr>
        </p:nvGraphicFramePr>
        <p:xfrm>
          <a:off x="882650" y="1365048"/>
          <a:ext cx="12580620" cy="5659980"/>
        </p:xfrm>
        <a:graphic>
          <a:graphicData uri="http://schemas.openxmlformats.org/drawingml/2006/table">
            <a:tbl>
              <a:tblPr/>
              <a:tblGrid>
                <a:gridCol w="27947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205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201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451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6555">
                <a:tc>
                  <a:txBody>
                    <a:bodyPr/>
                    <a:lstStyle/>
                    <a:p>
                      <a:r>
                        <a:rPr lang="en-US" altLang="zh-CN" sz="1800"/>
                        <a:t> Category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Full Form / Meaning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/>
                        <a:t>Max Score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/>
                        <a:t>Purpose / Description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2475">
                <a:tc>
                  <a:txBody>
                    <a:bodyPr/>
                    <a:lstStyle/>
                    <a:p>
                      <a:r>
                        <a:rPr lang="en-US" altLang="zh-CN" sz="1800"/>
                        <a:t> Overall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/>
                        <a:t>District Score 2018-19 – Overall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–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altLang="zh-CN" sz="1800" dirty="0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1675">
                <a:tc>
                  <a:txBody>
                    <a:bodyPr/>
                    <a:lstStyle/>
                    <a:p>
                      <a:r>
                        <a:rPr lang="en-US" altLang="zh-CN" sz="1800"/>
                        <a:t> Category 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/>
                        <a:t>Outcome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/>
                        <a:t>290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altLang="zh-CN" sz="1800" dirty="0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37783">
                <a:tc>
                  <a:txBody>
                    <a:bodyPr/>
                    <a:lstStyle/>
                    <a:p>
                      <a:r>
                        <a:rPr lang="en-US" altLang="zh-CN" sz="1800"/>
                        <a:t> Category 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/>
                        <a:t>ECT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/>
                        <a:t>90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altLang="zh-CN" sz="1800" dirty="0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1413">
                <a:tc>
                  <a:txBody>
                    <a:bodyPr/>
                    <a:lstStyle/>
                    <a:p>
                      <a:r>
                        <a:rPr lang="en-US" altLang="zh-CN" sz="1800"/>
                        <a:t> Category 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IF&amp;SE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51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altLang="zh-CN" sz="1800" dirty="0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04063">
                <a:tc>
                  <a:txBody>
                    <a:bodyPr/>
                    <a:lstStyle/>
                    <a:p>
                      <a:r>
                        <a:rPr lang="en-US" altLang="zh-CN" sz="1800"/>
                        <a:t> Category 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/>
                        <a:t>SS&amp;CP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/>
                        <a:t>35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altLang="zh-CN" sz="1800" dirty="0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59461">
                <a:tc>
                  <a:txBody>
                    <a:bodyPr/>
                    <a:lstStyle/>
                    <a:p>
                      <a:r>
                        <a:rPr lang="en-US" altLang="zh-CN" sz="1800"/>
                        <a:t> Category 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/>
                        <a:t>DL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/>
                        <a:t>50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altLang="zh-CN" sz="1800" dirty="0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6555">
                <a:tc>
                  <a:txBody>
                    <a:bodyPr/>
                    <a:lstStyle/>
                    <a:p>
                      <a:r>
                        <a:rPr lang="en-US" altLang="zh-CN" sz="1800"/>
                        <a:t> Category 6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/>
                        <a:t>GP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/>
                        <a:t>84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altLang="zh-CN" sz="1800" dirty="0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cxnSp>
        <p:nvCxnSpPr>
          <p:cNvPr id="3" name="Straight Connector 2"/>
          <p:cNvCxnSpPr/>
          <p:nvPr/>
        </p:nvCxnSpPr>
        <p:spPr>
          <a:xfrm>
            <a:off x="873760" y="1352348"/>
            <a:ext cx="8890" cy="56642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flipV="1">
            <a:off x="883920" y="1342188"/>
            <a:ext cx="12579350" cy="203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H="1">
            <a:off x="13463270" y="1362508"/>
            <a:ext cx="8890" cy="56540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873760" y="7005118"/>
            <a:ext cx="12589510" cy="114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2936240" y="1335838"/>
            <a:ext cx="20320" cy="568071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7030720" y="1366318"/>
            <a:ext cx="0" cy="5638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9235440" y="1366318"/>
            <a:ext cx="10160" cy="56502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flipV="1">
            <a:off x="873760" y="1772718"/>
            <a:ext cx="12589510" cy="304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6" name="Text Box 15"/>
          <p:cNvSpPr txBox="1"/>
          <p:nvPr/>
        </p:nvSpPr>
        <p:spPr>
          <a:xfrm>
            <a:off x="1026160" y="582295"/>
            <a:ext cx="706818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3600" b="1">
                <a:latin typeface="Bodoni MT" panose="02070603080606020203" charset="0"/>
                <a:cs typeface="Bodoni MT" panose="02070603080606020203" charset="0"/>
              </a:rPr>
              <a:t>Category Score Description Table</a:t>
            </a:r>
            <a:endParaRPr lang="en-US" sz="3600" b="1">
              <a:latin typeface="Bodoni MT" panose="02070603080606020203" charset="0"/>
              <a:cs typeface="Bodoni MT" panose="02070603080606020203" charset="0"/>
            </a:endParaRPr>
          </a:p>
        </p:txBody>
      </p:sp>
      <p:sp>
        <p:nvSpPr>
          <p:cNvPr id="22" name="Rectangles 21"/>
          <p:cNvSpPr/>
          <p:nvPr/>
        </p:nvSpPr>
        <p:spPr>
          <a:xfrm>
            <a:off x="12854940" y="7747000"/>
            <a:ext cx="1661795" cy="4279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213E59-FDEF-DA44-72C2-65CF175DD7BF}"/>
              </a:ext>
            </a:extLst>
          </p:cNvPr>
          <p:cNvSpPr txBox="1"/>
          <p:nvPr/>
        </p:nvSpPr>
        <p:spPr>
          <a:xfrm>
            <a:off x="9679449" y="1820806"/>
            <a:ext cx="3634451" cy="6093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Total performance score of the district combining all categories.</a:t>
            </a:r>
          </a:p>
          <a:p>
            <a:endParaRPr lang="en-US" altLang="zh-CN" sz="1600" dirty="0"/>
          </a:p>
          <a:p>
            <a:r>
              <a:rPr lang="en-US" altLang="zh-CN" sz="1600" dirty="0"/>
              <a:t>Measures achievement of key targets/results in the district.</a:t>
            </a:r>
          </a:p>
          <a:p>
            <a:endParaRPr lang="en-US" altLang="zh-CN" sz="1600" dirty="0"/>
          </a:p>
          <a:p>
            <a:r>
              <a:rPr lang="en-US" altLang="zh-CN" sz="1600" dirty="0"/>
              <a:t>Evaluates effectiveness/</a:t>
            </a:r>
          </a:p>
          <a:p>
            <a:r>
              <a:rPr lang="en-US" altLang="zh-CN" sz="1600" dirty="0"/>
              <a:t>compliance/teaching quality (specific area of performance).</a:t>
            </a:r>
          </a:p>
          <a:p>
            <a:pPr fontAlgn="ctr"/>
            <a:endParaRPr lang="en-US" sz="1600" dirty="0"/>
          </a:p>
          <a:p>
            <a:pPr fontAlgn="ctr"/>
            <a:r>
              <a:rPr lang="en-US" sz="1600" dirty="0"/>
              <a:t>Assesses Infrastructure Facilities &amp; School Environment.</a:t>
            </a:r>
            <a:endParaRPr lang="en-IN" sz="1600" dirty="0"/>
          </a:p>
          <a:p>
            <a:pPr fontAlgn="ctr"/>
            <a:endParaRPr lang="en-US" sz="1600" dirty="0"/>
          </a:p>
          <a:p>
            <a:pPr fontAlgn="ctr"/>
            <a:r>
              <a:rPr lang="en-US" sz="1600" dirty="0"/>
              <a:t>Measures Student Support &amp; Community Participation initiatives.</a:t>
            </a:r>
          </a:p>
          <a:p>
            <a:pPr fontAlgn="ctr"/>
            <a:endParaRPr lang="en-US" altLang="zh-CN" sz="1600" dirty="0"/>
          </a:p>
          <a:p>
            <a:pPr fontAlgn="ctr"/>
            <a:r>
              <a:rPr lang="en-US" altLang="zh-CN" sz="1600" dirty="0"/>
              <a:t>Evaluates Digital Learning or Distance Learning initiatives</a:t>
            </a:r>
          </a:p>
          <a:p>
            <a:pPr fontAlgn="ctr"/>
            <a:endParaRPr lang="en-US" altLang="zh-CN" sz="1600" dirty="0"/>
          </a:p>
          <a:p>
            <a:pPr fontAlgn="ctr"/>
            <a:r>
              <a:rPr lang="en-US" altLang="zh-CN" sz="1600" dirty="0"/>
              <a:t>Measures Governance &amp; Planning quality in the district.</a:t>
            </a:r>
          </a:p>
          <a:p>
            <a:pPr fontAlgn="ctr"/>
            <a:endParaRPr lang="en-IN" dirty="0"/>
          </a:p>
          <a:p>
            <a:endParaRPr lang="en-US" altLang="zh-CN" dirty="0"/>
          </a:p>
          <a:p>
            <a:endParaRPr lang="en-US" altLang="zh-C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4A1958-F432-A7C2-0F92-8A1E9BCB9D9A}"/>
              </a:ext>
            </a:extLst>
          </p:cNvPr>
          <p:cNvSpPr txBox="1"/>
          <p:nvPr/>
        </p:nvSpPr>
        <p:spPr>
          <a:xfrm>
            <a:off x="1138083" y="7220883"/>
            <a:ext cx="908824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Insight:</a:t>
            </a:r>
            <a:endParaRPr lang="en-US" sz="2000" dirty="0"/>
          </a:p>
          <a:p>
            <a:r>
              <a:rPr lang="en-US" dirty="0"/>
              <a:t>Encoding ensures machine learning models can process categorical data effectively.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643964E-CADA-4E7C-CA89-043F5B476B61}"/>
              </a:ext>
            </a:extLst>
          </p:cNvPr>
          <p:cNvSpPr txBox="1"/>
          <p:nvPr/>
        </p:nvSpPr>
        <p:spPr>
          <a:xfrm>
            <a:off x="1037067" y="311434"/>
            <a:ext cx="70029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Inter" panose="020B0604020202020204" charset="0"/>
                <a:ea typeface="Inter" panose="020B0604020202020204" charset="0"/>
              </a:rPr>
              <a:t>DATA PREPROCESSING</a:t>
            </a:r>
            <a:endParaRPr lang="en-IN" sz="3600" dirty="0">
              <a:latin typeface="Inter" panose="020B0604020202020204" charset="0"/>
              <a:ea typeface="Inter" panose="020B0604020202020204" charset="0"/>
            </a:endParaRP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3F59DF9E-588E-2538-CAE9-D5247086F56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60295199"/>
              </p:ext>
            </p:extLst>
          </p:nvPr>
        </p:nvGraphicFramePr>
        <p:xfrm>
          <a:off x="564994" y="1280129"/>
          <a:ext cx="9906001" cy="65145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B99AF7D8-B365-E26D-7265-35CB47542631}"/>
              </a:ext>
            </a:extLst>
          </p:cNvPr>
          <p:cNvSpPr txBox="1"/>
          <p:nvPr/>
        </p:nvSpPr>
        <p:spPr>
          <a:xfrm>
            <a:off x="4817327" y="1518650"/>
            <a:ext cx="45162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Loaded multiple yearly datasets and merged into a single unified dataset for comprehensive analysis.</a:t>
            </a:r>
            <a:endParaRPr lang="en-IN" dirty="0"/>
          </a:p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7FA472-FECB-CB04-72D3-82DBB90E75FA}"/>
              </a:ext>
            </a:extLst>
          </p:cNvPr>
          <p:cNvSpPr txBox="1"/>
          <p:nvPr/>
        </p:nvSpPr>
        <p:spPr>
          <a:xfrm>
            <a:off x="6445405" y="3084885"/>
            <a:ext cx="44047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Handled encoding issues systematically using UTF-8 with latin1 fallback to ensure data integrity</a:t>
            </a:r>
            <a:endParaRPr lang="en-IN" dirty="0"/>
          </a:p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83C4E4-9F13-608C-F5C1-2EBD8A3A3197}"/>
              </a:ext>
            </a:extLst>
          </p:cNvPr>
          <p:cNvSpPr txBox="1"/>
          <p:nvPr/>
        </p:nvSpPr>
        <p:spPr>
          <a:xfrm>
            <a:off x="8419171" y="4728837"/>
            <a:ext cx="340112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Cleaned and standardized column names, renamed inconsistent columns (e.g., IF&amp;SE → IFSE), removed unnecessary fields.</a:t>
            </a:r>
            <a:endParaRPr lang="en-IN" dirty="0"/>
          </a:p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EFBB8E6-3F34-62CE-780D-8419062E0F35}"/>
              </a:ext>
            </a:extLst>
          </p:cNvPr>
          <p:cNvSpPr txBox="1"/>
          <p:nvPr/>
        </p:nvSpPr>
        <p:spPr>
          <a:xfrm>
            <a:off x="9835376" y="6367347"/>
            <a:ext cx="376911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Selected only relevant features for modeling and added Year column for time-based analysis.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239185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2555240" y="537845"/>
            <a:ext cx="81387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u="sng" dirty="0">
                <a:latin typeface="Bodoni MT" panose="02070603080606020203" charset="0"/>
                <a:cs typeface="Bodoni MT" panose="02070603080606020203" charset="0"/>
              </a:rPr>
              <a:t>Model Accuracy </a:t>
            </a:r>
            <a:r>
              <a:rPr lang="en-US" sz="4400" u="sng" dirty="0" err="1">
                <a:latin typeface="Bodoni MT" panose="02070603080606020203" charset="0"/>
                <a:cs typeface="Bodoni MT" panose="02070603080606020203" charset="0"/>
              </a:rPr>
              <a:t>Comparision</a:t>
            </a:r>
            <a:r>
              <a:rPr lang="en-US" sz="4400" u="sng" dirty="0">
                <a:latin typeface="Bodoni MT" panose="02070603080606020203" charset="0"/>
                <a:cs typeface="Bodoni MT" panose="02070603080606020203" charset="0"/>
              </a:rPr>
              <a:t> 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2148190" y="6392999"/>
            <a:ext cx="45313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u="sng" dirty="0"/>
              <a:t>Fig:2018-23</a:t>
            </a:r>
          </a:p>
        </p:txBody>
      </p:sp>
      <p:sp>
        <p:nvSpPr>
          <p:cNvPr id="11" name="Rectangles 10"/>
          <p:cNvSpPr/>
          <p:nvPr/>
        </p:nvSpPr>
        <p:spPr>
          <a:xfrm>
            <a:off x="12854940" y="7747000"/>
            <a:ext cx="1661795" cy="4279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895CB88-0BD8-61C6-B94A-9265DF93AD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2490" y="1535207"/>
            <a:ext cx="6482760" cy="451990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776BE13-B13C-8225-B680-2F0C7D411C0F}"/>
              </a:ext>
            </a:extLst>
          </p:cNvPr>
          <p:cNvSpPr txBox="1"/>
          <p:nvPr/>
        </p:nvSpPr>
        <p:spPr>
          <a:xfrm>
            <a:off x="8079059" y="1873405"/>
            <a:ext cx="5229922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Key Insights:</a:t>
            </a:r>
          </a:p>
          <a:p>
            <a:endParaRPr lang="en-US" b="1" dirty="0"/>
          </a:p>
          <a:p>
            <a:r>
              <a:rPr lang="en-US" b="1" dirty="0"/>
              <a:t>*Best Performance:</a:t>
            </a:r>
            <a:r>
              <a:rPr lang="en-US" dirty="0"/>
              <a:t> </a:t>
            </a:r>
            <a:r>
              <a:rPr lang="en-US" i="1" dirty="0"/>
              <a:t>Random Forest</a:t>
            </a:r>
            <a:r>
              <a:rPr lang="en-US" dirty="0"/>
              <a:t> and </a:t>
            </a:r>
            <a:r>
              <a:rPr lang="en-US" i="1" dirty="0"/>
              <a:t>Stacking</a:t>
            </a:r>
            <a:r>
              <a:rPr lang="en-US" dirty="0"/>
              <a:t> achieved the highest accuracy (</a:t>
            </a:r>
            <a:r>
              <a:rPr lang="en-US" b="1" dirty="0"/>
              <a:t>79%</a:t>
            </a:r>
            <a:r>
              <a:rPr lang="en-US" dirty="0"/>
              <a:t>) </a:t>
            </a:r>
          </a:p>
          <a:p>
            <a:r>
              <a:rPr lang="en-US" b="1" dirty="0"/>
              <a:t>*</a:t>
            </a:r>
            <a:r>
              <a:rPr lang="en-US" b="1" dirty="0" err="1"/>
              <a:t>XGBoost</a:t>
            </a:r>
            <a:r>
              <a:rPr lang="en-US" dirty="0"/>
              <a:t> also performed very well (</a:t>
            </a:r>
            <a:r>
              <a:rPr lang="en-US" b="1" dirty="0"/>
              <a:t>78%</a:t>
            </a:r>
            <a:r>
              <a:rPr lang="en-US" dirty="0"/>
              <a:t>)</a:t>
            </a:r>
            <a:br>
              <a:rPr lang="en-US" dirty="0"/>
            </a:br>
            <a:r>
              <a:rPr lang="en-US" dirty="0"/>
              <a:t>→ Shows strong predictive capability </a:t>
            </a:r>
          </a:p>
          <a:p>
            <a:r>
              <a:rPr lang="en-US" b="1" dirty="0"/>
              <a:t>*Decision Tree</a:t>
            </a:r>
            <a:r>
              <a:rPr lang="en-US" dirty="0"/>
              <a:t> had the lowest accuracy (</a:t>
            </a:r>
            <a:r>
              <a:rPr lang="en-US" b="1" dirty="0"/>
              <a:t>71%</a:t>
            </a:r>
            <a:r>
              <a:rPr lang="en-US" dirty="0"/>
              <a:t>)</a:t>
            </a:r>
            <a:br>
              <a:rPr lang="en-US" dirty="0"/>
            </a:br>
            <a:r>
              <a:rPr lang="en-US" dirty="0"/>
              <a:t>→ Indicates it may not capture complex patterns effectively </a:t>
            </a:r>
          </a:p>
          <a:p>
            <a:r>
              <a:rPr lang="en-US" dirty="0"/>
              <a:t>*</a:t>
            </a:r>
            <a:r>
              <a:rPr lang="en-US" b="1" dirty="0"/>
              <a:t>Ensemble Methods (RF, GB, </a:t>
            </a:r>
            <a:r>
              <a:rPr lang="en-US" b="1" dirty="0" err="1"/>
              <a:t>XGBoost</a:t>
            </a:r>
            <a:r>
              <a:rPr lang="en-US" b="1" dirty="0"/>
              <a:t>, Stacking)</a:t>
            </a:r>
            <a:r>
              <a:rPr lang="en-US" dirty="0"/>
              <a:t> performed better than a single model</a:t>
            </a:r>
            <a:br>
              <a:rPr lang="en-US" dirty="0"/>
            </a:br>
            <a:r>
              <a:rPr lang="en-US" dirty="0"/>
              <a:t>→ Combining models improves accuracy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15374" y="707080"/>
            <a:ext cx="7082314" cy="62007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Correlation Heatmap Insights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615374" y="1446396"/>
            <a:ext cx="7556421" cy="95261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The correlation heatmap reveals strong relationships between certain features and the target variable, 'Grade'. This is crucial for understanding feature importance in our predictive models.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570770" y="2521894"/>
            <a:ext cx="7556421" cy="95261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buNone/>
            </a:pPr>
            <a:r>
              <a:rPr lang="en-US" b="1" dirty="0"/>
              <a:t>Key Insight: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The model performs well overall with a high number of correct predictions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Errors mainly occur between similar or neighboring grades </a:t>
            </a:r>
          </a:p>
        </p:txBody>
      </p:sp>
      <p:sp>
        <p:nvSpPr>
          <p:cNvPr id="6" name="Rectangles 21">
            <a:extLst>
              <a:ext uri="{FF2B5EF4-FFF2-40B4-BE49-F238E27FC236}">
                <a16:creationId xmlns:a16="http://schemas.microsoft.com/office/drawing/2014/main" id="{C822803B-0876-B69D-0BAE-9F0592FF622C}"/>
              </a:ext>
            </a:extLst>
          </p:cNvPr>
          <p:cNvSpPr/>
          <p:nvPr/>
        </p:nvSpPr>
        <p:spPr>
          <a:xfrm>
            <a:off x="12854940" y="7747000"/>
            <a:ext cx="1661795" cy="4279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2AB29D-55A0-A152-3154-39F1EBF9CE03}"/>
              </a:ext>
            </a:extLst>
          </p:cNvPr>
          <p:cNvSpPr txBox="1"/>
          <p:nvPr/>
        </p:nvSpPr>
        <p:spPr>
          <a:xfrm>
            <a:off x="498931" y="3824534"/>
            <a:ext cx="731520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🔹 What it Shows</a:t>
            </a:r>
          </a:p>
          <a:p>
            <a:pPr>
              <a:buNone/>
            </a:pP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The confusion matrix compares actual vs predicted grades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Diagonal values represent correct predictions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Off-diagonal values represent misclassifications </a:t>
            </a:r>
          </a:p>
          <a:p>
            <a:pPr>
              <a:buNone/>
            </a:pPr>
            <a:br>
              <a:rPr lang="en-US" b="1" dirty="0"/>
            </a:br>
            <a:endParaRPr lang="en-US" b="1" dirty="0"/>
          </a:p>
          <a:p>
            <a:pPr>
              <a:buNone/>
            </a:pPr>
            <a:r>
              <a:rPr lang="en-US" b="1" dirty="0"/>
              <a:t>🔹 Key Observations</a:t>
            </a:r>
          </a:p>
          <a:p>
            <a:pPr>
              <a:buNone/>
            </a:pP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High values on the diagonal (e.g., 99, 104, 45, 27) indicate good model accuracy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Most predictions are correctly classified into their respective grades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Some confusion exists between nearby grades (e.g., grade 0 &amp; 1, 1 &amp; 2) </a:t>
            </a:r>
          </a:p>
          <a:p>
            <a:pPr>
              <a:buNone/>
            </a:pPr>
            <a:br>
              <a:rPr lang="en-US" b="1" dirty="0"/>
            </a:br>
            <a:endParaRPr lang="en-US" b="1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41FBD96-DB72-D5E0-DCBC-3DFDCB74AB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1795" y="1567544"/>
            <a:ext cx="5920460" cy="504694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208BE29-F464-7F7E-CBF4-898ACA9AAE83}"/>
              </a:ext>
            </a:extLst>
          </p:cNvPr>
          <p:cNvSpPr txBox="1"/>
          <p:nvPr/>
        </p:nvSpPr>
        <p:spPr>
          <a:xfrm>
            <a:off x="7580677" y="6828890"/>
            <a:ext cx="7315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i="1" u="sng" dirty="0"/>
              <a:t>Fig: Heatmaps of the year 2018-23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1679261" y="7030460"/>
            <a:ext cx="51206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u="sng" dirty="0"/>
              <a:t>Fig: Model accuracy of 2018-23</a:t>
            </a:r>
          </a:p>
        </p:txBody>
      </p:sp>
      <p:sp>
        <p:nvSpPr>
          <p:cNvPr id="11" name="Rectangles 10"/>
          <p:cNvSpPr/>
          <p:nvPr/>
        </p:nvSpPr>
        <p:spPr>
          <a:xfrm>
            <a:off x="12854940" y="7747000"/>
            <a:ext cx="1661795" cy="4279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16DD5DF-7D86-9066-9CE6-2CBA92B5F1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1274" y="1360448"/>
            <a:ext cx="6506173" cy="515186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6368882-7ED2-041C-4228-599FD73A0774}"/>
              </a:ext>
            </a:extLst>
          </p:cNvPr>
          <p:cNvSpPr txBox="1"/>
          <p:nvPr/>
        </p:nvSpPr>
        <p:spPr>
          <a:xfrm>
            <a:off x="1215485" y="495559"/>
            <a:ext cx="73152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u="sng" dirty="0">
                <a:latin typeface="Inter Bold"/>
                <a:cs typeface="Bodoni MT" panose="02070603080606020203" charset="0"/>
              </a:rPr>
              <a:t>Model Improvement Comparison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3FC20AA-7B9D-3179-225C-5F34DD16694B}"/>
              </a:ext>
            </a:extLst>
          </p:cNvPr>
          <p:cNvSpPr txBox="1"/>
          <p:nvPr/>
        </p:nvSpPr>
        <p:spPr>
          <a:xfrm>
            <a:off x="7955389" y="2122045"/>
            <a:ext cx="4683513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/>
              <a:t>Model Improvement Insights:</a:t>
            </a:r>
          </a:p>
          <a:p>
            <a:pPr>
              <a:buNone/>
            </a:pP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Random Guess accuracy is very low (</a:t>
            </a:r>
            <a:r>
              <a:rPr lang="en-US" b="1" dirty="0"/>
              <a:t>17%</a:t>
            </a:r>
            <a:r>
              <a:rPr lang="en-US" dirty="0"/>
              <a:t>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Basic model improves accuracy to </a:t>
            </a:r>
            <a:r>
              <a:rPr lang="en-US" b="1" dirty="0"/>
              <a:t>25%</a:t>
            </a:r>
            <a:r>
              <a:rPr lang="en-US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Final model achieves high accuracy (</a:t>
            </a:r>
            <a:r>
              <a:rPr lang="en-US" b="1" dirty="0"/>
              <a:t>79%</a:t>
            </a:r>
            <a:r>
              <a:rPr lang="en-US" dirty="0"/>
              <a:t>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AB4EF33-F07C-C0A4-0486-46B0F4AC9A45}"/>
              </a:ext>
            </a:extLst>
          </p:cNvPr>
          <p:cNvSpPr txBox="1"/>
          <p:nvPr/>
        </p:nvSpPr>
        <p:spPr>
          <a:xfrm>
            <a:off x="7844319" y="4116802"/>
            <a:ext cx="6506173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Key sight:</a:t>
            </a:r>
          </a:p>
          <a:p>
            <a:br>
              <a:rPr lang="en-US" dirty="0"/>
            </a:br>
            <a:r>
              <a:rPr lang="en-US" dirty="0"/>
              <a:t>Initially, the model performs poorly when guessing randomly. As we introduce basic learning, accuracy improves slightly. Finally, with proper data processing and advanced models, accuracy increases significantly to 79%, showing the effectiveness of our approach.</a:t>
            </a:r>
            <a:endParaRPr lang="en-IN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525099" y="803513"/>
            <a:ext cx="6868160" cy="4114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2800" b="1" dirty="0">
                <a:latin typeface="Inter Bold"/>
                <a:cs typeface="Bodoni MT" panose="02070603080606020203" charset="0"/>
              </a:rPr>
              <a:t>DISTRIBUTION PLOT</a:t>
            </a:r>
          </a:p>
          <a:p>
            <a:endParaRPr lang="en-US" sz="2800" b="1" dirty="0">
              <a:latin typeface="Inter Bold"/>
              <a:cs typeface="Bodoni MT" panose="02070603080606020203" charset="0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8912860" y="6285646"/>
            <a:ext cx="394208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u="sng" dirty="0">
                <a:sym typeface="+mn-ea"/>
              </a:rPr>
              <a:t>Fig: Distribution plot of 2018-23</a:t>
            </a:r>
            <a:endParaRPr lang="en-US" b="1" u="sng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11" name="Rectangles 10"/>
          <p:cNvSpPr/>
          <p:nvPr/>
        </p:nvSpPr>
        <p:spPr>
          <a:xfrm>
            <a:off x="12854940" y="7747000"/>
            <a:ext cx="1661795" cy="4279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0EC40A-84D9-F28C-3450-371190A9B93D}"/>
              </a:ext>
            </a:extLst>
          </p:cNvPr>
          <p:cNvSpPr txBox="1"/>
          <p:nvPr/>
        </p:nvSpPr>
        <p:spPr>
          <a:xfrm>
            <a:off x="447040" y="1761331"/>
            <a:ext cx="686816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</a:t>
            </a:r>
            <a:r>
              <a:rPr lang="en-US" b="1" dirty="0"/>
              <a:t>Description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histogram shows the distribution of Overall Scores across districts.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Most values lie between 280 and 380, indicating moderate to high performance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peak of the graph is around 320–350, where most districts are concentrated.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distribution appears slightly right-skewed, with fewer districts having very high scores</a:t>
            </a:r>
          </a:p>
          <a:p>
            <a:endParaRPr lang="en-US" dirty="0"/>
          </a:p>
          <a:p>
            <a:r>
              <a:rPr lang="en-US" b="1" dirty="0"/>
              <a:t>Key Insights: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Majority of districts have average performance levels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Very low scores (&lt;200) are rare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gradual decline is observed after the peak, showing fewer high-performing districts.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smooth curve (KDE) highlights the overall trend of the data</a:t>
            </a:r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2499CF8-D818-6E73-ED5E-CE51AF49A4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06" y="1009253"/>
            <a:ext cx="7305276" cy="485016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46547"/>
            <a:ext cx="6402824" cy="62007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Calibri" panose="020F0502020204030204" charset="0"/>
                <a:ea typeface="Inter Bold" pitchFamily="34" charset="-122"/>
                <a:cs typeface="Calibri" panose="020F0502020204030204" charset="0"/>
              </a:rPr>
              <a:t>Machine Learning Pipeline</a:t>
            </a:r>
          </a:p>
        </p:txBody>
      </p:sp>
      <p:sp>
        <p:nvSpPr>
          <p:cNvPr id="3" name="Text 1"/>
          <p:cNvSpPr/>
          <p:nvPr/>
        </p:nvSpPr>
        <p:spPr>
          <a:xfrm>
            <a:off x="793790" y="1963460"/>
            <a:ext cx="13042821" cy="63507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Our machine learning pipeline involves several critical steps to prepare the data and ensure robust model training. Each step is designed to handle data imperfections and optimise model performance.</a:t>
            </a:r>
            <a:endParaRPr lang="en-US" sz="1550" dirty="0"/>
          </a:p>
        </p:txBody>
      </p:sp>
      <p:sp>
        <p:nvSpPr>
          <p:cNvPr id="4" name="Text 2"/>
          <p:cNvSpPr/>
          <p:nvPr>
            <p:custDataLst>
              <p:tags r:id="rId1"/>
            </p:custDataLst>
          </p:nvPr>
        </p:nvSpPr>
        <p:spPr>
          <a:xfrm>
            <a:off x="793790" y="2821781"/>
            <a:ext cx="198358" cy="2480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Calibri" panose="020F0502020204030204" charset="0"/>
                <a:ea typeface="Inter Light" pitchFamily="34" charset="-122"/>
                <a:cs typeface="Calibri" panose="020F0502020204030204" charset="0"/>
              </a:rPr>
              <a:t>01</a:t>
            </a:r>
            <a:endParaRPr lang="en-US" sz="1550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5" name="Shape 3"/>
          <p:cNvSpPr/>
          <p:nvPr>
            <p:custDataLst>
              <p:tags r:id="rId2"/>
            </p:custDataLst>
          </p:nvPr>
        </p:nvSpPr>
        <p:spPr>
          <a:xfrm>
            <a:off x="793790" y="3136106"/>
            <a:ext cx="6422231" cy="22860"/>
          </a:xfrm>
          <a:prstGeom prst="rect">
            <a:avLst/>
          </a:prstGeom>
          <a:solidFill>
            <a:srgbClr val="4950BC"/>
          </a:solidFill>
        </p:spPr>
      </p:sp>
      <p:sp>
        <p:nvSpPr>
          <p:cNvPr id="6" name="Text 4"/>
          <p:cNvSpPr/>
          <p:nvPr>
            <p:custDataLst>
              <p:tags r:id="rId3"/>
            </p:custDataLst>
          </p:nvPr>
        </p:nvSpPr>
        <p:spPr>
          <a:xfrm>
            <a:off x="793790" y="3281005"/>
            <a:ext cx="2480905" cy="31015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Calibri" panose="020F0502020204030204" charset="0"/>
                <a:ea typeface="Inter Bold" pitchFamily="34" charset="-122"/>
                <a:cs typeface="Calibri" panose="020F0502020204030204" charset="0"/>
              </a:rPr>
              <a:t>Median Imputation</a:t>
            </a:r>
            <a:endParaRPr lang="en-US" sz="1950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7" name="Text 5"/>
          <p:cNvSpPr/>
          <p:nvPr>
            <p:custDataLst>
              <p:tags r:id="rId4"/>
            </p:custDataLst>
          </p:nvPr>
        </p:nvSpPr>
        <p:spPr>
          <a:xfrm>
            <a:off x="793790" y="3710226"/>
            <a:ext cx="6422231" cy="3175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Handling missing values by replacing them with the median.</a:t>
            </a:r>
            <a:endParaRPr lang="en-US" sz="1550" dirty="0"/>
          </a:p>
        </p:txBody>
      </p:sp>
      <p:sp>
        <p:nvSpPr>
          <p:cNvPr id="8" name="Text 6"/>
          <p:cNvSpPr/>
          <p:nvPr>
            <p:custDataLst>
              <p:tags r:id="rId5"/>
            </p:custDataLst>
          </p:nvPr>
        </p:nvSpPr>
        <p:spPr>
          <a:xfrm>
            <a:off x="7414379" y="2821781"/>
            <a:ext cx="198358" cy="2480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Calibri" panose="020F0502020204030204" charset="0"/>
                <a:ea typeface="Inter Light" pitchFamily="34" charset="-122"/>
                <a:cs typeface="Calibri" panose="020F0502020204030204" charset="0"/>
              </a:rPr>
              <a:t>02</a:t>
            </a:r>
            <a:endParaRPr lang="en-US" sz="1550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9" name="Shape 7"/>
          <p:cNvSpPr/>
          <p:nvPr>
            <p:custDataLst>
              <p:tags r:id="rId6"/>
            </p:custDataLst>
          </p:nvPr>
        </p:nvSpPr>
        <p:spPr>
          <a:xfrm>
            <a:off x="7414379" y="3136106"/>
            <a:ext cx="6422231" cy="22860"/>
          </a:xfrm>
          <a:prstGeom prst="rect">
            <a:avLst/>
          </a:prstGeom>
          <a:solidFill>
            <a:srgbClr val="4950BC"/>
          </a:solidFill>
        </p:spPr>
      </p:sp>
      <p:sp>
        <p:nvSpPr>
          <p:cNvPr id="10" name="Text 8"/>
          <p:cNvSpPr/>
          <p:nvPr>
            <p:custDataLst>
              <p:tags r:id="rId7"/>
            </p:custDataLst>
          </p:nvPr>
        </p:nvSpPr>
        <p:spPr>
          <a:xfrm>
            <a:off x="7414379" y="3281005"/>
            <a:ext cx="2480905" cy="31015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Calibri" panose="020F0502020204030204" charset="0"/>
                <a:ea typeface="Inter Bold" pitchFamily="34" charset="-122"/>
                <a:cs typeface="Calibri" panose="020F0502020204030204" charset="0"/>
              </a:rPr>
              <a:t>Standard Scaling</a:t>
            </a:r>
            <a:endParaRPr lang="en-US" sz="1950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1" name="Text 9"/>
          <p:cNvSpPr/>
          <p:nvPr>
            <p:custDataLst>
              <p:tags r:id="rId8"/>
            </p:custDataLst>
          </p:nvPr>
        </p:nvSpPr>
        <p:spPr>
          <a:xfrm>
            <a:off x="7414379" y="3710226"/>
            <a:ext cx="6422231" cy="3175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Normalising feature scales to prevent dominance by larger values.</a:t>
            </a:r>
            <a:endParaRPr lang="en-US" sz="1550" dirty="0"/>
          </a:p>
        </p:txBody>
      </p:sp>
      <p:sp>
        <p:nvSpPr>
          <p:cNvPr id="12" name="Text 10"/>
          <p:cNvSpPr/>
          <p:nvPr>
            <p:custDataLst>
              <p:tags r:id="rId9"/>
            </p:custDataLst>
          </p:nvPr>
        </p:nvSpPr>
        <p:spPr>
          <a:xfrm>
            <a:off x="793790" y="4374952"/>
            <a:ext cx="198358" cy="2480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Calibri" panose="020F0502020204030204" charset="0"/>
                <a:ea typeface="Inter Light" pitchFamily="34" charset="-122"/>
                <a:cs typeface="Calibri" panose="020F0502020204030204" charset="0"/>
              </a:rPr>
              <a:t>03</a:t>
            </a:r>
            <a:endParaRPr lang="en-US" sz="1550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3" name="Shape 11"/>
          <p:cNvSpPr/>
          <p:nvPr>
            <p:custDataLst>
              <p:tags r:id="rId10"/>
            </p:custDataLst>
          </p:nvPr>
        </p:nvSpPr>
        <p:spPr>
          <a:xfrm>
            <a:off x="793790" y="4689277"/>
            <a:ext cx="6422231" cy="22860"/>
          </a:xfrm>
          <a:prstGeom prst="rect">
            <a:avLst/>
          </a:prstGeom>
          <a:solidFill>
            <a:srgbClr val="4950BC"/>
          </a:solidFill>
        </p:spPr>
      </p:sp>
      <p:sp>
        <p:nvSpPr>
          <p:cNvPr id="14" name="Text 12"/>
          <p:cNvSpPr/>
          <p:nvPr>
            <p:custDataLst>
              <p:tags r:id="rId11"/>
            </p:custDataLst>
          </p:nvPr>
        </p:nvSpPr>
        <p:spPr>
          <a:xfrm>
            <a:off x="793790" y="4834176"/>
            <a:ext cx="2506385" cy="31015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Calibri" panose="020F0502020204030204" charset="0"/>
                <a:ea typeface="Inter Bold" pitchFamily="34" charset="-122"/>
                <a:cs typeface="Calibri" panose="020F0502020204030204" charset="0"/>
              </a:rPr>
              <a:t>Column Transformer</a:t>
            </a:r>
            <a:endParaRPr lang="en-US" sz="1950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5" name="Text 13"/>
          <p:cNvSpPr/>
          <p:nvPr>
            <p:custDataLst>
              <p:tags r:id="rId12"/>
            </p:custDataLst>
          </p:nvPr>
        </p:nvSpPr>
        <p:spPr>
          <a:xfrm>
            <a:off x="793790" y="5263396"/>
            <a:ext cx="6422231" cy="3175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Applying different transformations to different columns.</a:t>
            </a:r>
            <a:endParaRPr lang="en-US" sz="1550" dirty="0"/>
          </a:p>
        </p:txBody>
      </p:sp>
      <p:sp>
        <p:nvSpPr>
          <p:cNvPr id="16" name="Text 14"/>
          <p:cNvSpPr/>
          <p:nvPr>
            <p:custDataLst>
              <p:tags r:id="rId13"/>
            </p:custDataLst>
          </p:nvPr>
        </p:nvSpPr>
        <p:spPr>
          <a:xfrm>
            <a:off x="7414379" y="4374952"/>
            <a:ext cx="198358" cy="2480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Calibri" panose="020F0502020204030204" charset="0"/>
                <a:ea typeface="Inter Light" pitchFamily="34" charset="-122"/>
                <a:cs typeface="Calibri" panose="020F0502020204030204" charset="0"/>
              </a:rPr>
              <a:t>04</a:t>
            </a:r>
            <a:endParaRPr lang="en-US" sz="1550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7" name="Shape 15"/>
          <p:cNvSpPr/>
          <p:nvPr>
            <p:custDataLst>
              <p:tags r:id="rId14"/>
            </p:custDataLst>
          </p:nvPr>
        </p:nvSpPr>
        <p:spPr>
          <a:xfrm>
            <a:off x="7414379" y="4689277"/>
            <a:ext cx="6422231" cy="22860"/>
          </a:xfrm>
          <a:prstGeom prst="rect">
            <a:avLst/>
          </a:prstGeom>
          <a:solidFill>
            <a:srgbClr val="4950BC"/>
          </a:solidFill>
        </p:spPr>
      </p:sp>
      <p:sp>
        <p:nvSpPr>
          <p:cNvPr id="18" name="Text 16"/>
          <p:cNvSpPr/>
          <p:nvPr>
            <p:custDataLst>
              <p:tags r:id="rId15"/>
            </p:custDataLst>
          </p:nvPr>
        </p:nvSpPr>
        <p:spPr>
          <a:xfrm>
            <a:off x="7414379" y="4834176"/>
            <a:ext cx="2480905" cy="31015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Calibri" panose="020F0502020204030204" charset="0"/>
                <a:ea typeface="Inter Bold" pitchFamily="34" charset="-122"/>
                <a:cs typeface="Calibri" panose="020F0502020204030204" charset="0"/>
              </a:rPr>
              <a:t>Label Encoding</a:t>
            </a:r>
            <a:endParaRPr lang="en-US" sz="1950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9" name="Text 17"/>
          <p:cNvSpPr/>
          <p:nvPr>
            <p:custDataLst>
              <p:tags r:id="rId16"/>
            </p:custDataLst>
          </p:nvPr>
        </p:nvSpPr>
        <p:spPr>
          <a:xfrm>
            <a:off x="7414379" y="5263396"/>
            <a:ext cx="6422231" cy="3175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Converting categorical labels into numerical format.</a:t>
            </a:r>
            <a:endParaRPr lang="en-US" sz="1550" dirty="0"/>
          </a:p>
        </p:txBody>
      </p:sp>
      <p:sp>
        <p:nvSpPr>
          <p:cNvPr id="20" name="Text 18"/>
          <p:cNvSpPr/>
          <p:nvPr>
            <p:custDataLst>
              <p:tags r:id="rId17"/>
            </p:custDataLst>
          </p:nvPr>
        </p:nvSpPr>
        <p:spPr>
          <a:xfrm>
            <a:off x="793790" y="5928122"/>
            <a:ext cx="198358" cy="2480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Calibri" panose="020F0502020204030204" charset="0"/>
                <a:ea typeface="Inter Light" pitchFamily="34" charset="-122"/>
                <a:cs typeface="Calibri" panose="020F0502020204030204" charset="0"/>
              </a:rPr>
              <a:t>05</a:t>
            </a:r>
            <a:endParaRPr lang="en-US" sz="1550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21" name="Shape 19"/>
          <p:cNvSpPr/>
          <p:nvPr>
            <p:custDataLst>
              <p:tags r:id="rId18"/>
            </p:custDataLst>
          </p:nvPr>
        </p:nvSpPr>
        <p:spPr>
          <a:xfrm>
            <a:off x="793790" y="6242447"/>
            <a:ext cx="6422231" cy="22860"/>
          </a:xfrm>
          <a:prstGeom prst="rect">
            <a:avLst/>
          </a:prstGeom>
          <a:solidFill>
            <a:srgbClr val="4950BC"/>
          </a:solidFill>
        </p:spPr>
      </p:sp>
      <p:sp>
        <p:nvSpPr>
          <p:cNvPr id="22" name="Text 20"/>
          <p:cNvSpPr/>
          <p:nvPr>
            <p:custDataLst>
              <p:tags r:id="rId19"/>
            </p:custDataLst>
          </p:nvPr>
        </p:nvSpPr>
        <p:spPr>
          <a:xfrm>
            <a:off x="793790" y="6387346"/>
            <a:ext cx="2480905" cy="31015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Train-</a:t>
            </a:r>
            <a:r>
              <a:rPr lang="en-US" sz="1950" b="1" dirty="0">
                <a:solidFill>
                  <a:srgbClr val="272525"/>
                </a:solidFill>
                <a:latin typeface="Calibri" panose="020F0502020204030204" charset="0"/>
                <a:ea typeface="Inter Bold" pitchFamily="34" charset="-122"/>
                <a:cs typeface="Calibri" panose="020F0502020204030204" charset="0"/>
              </a:rPr>
              <a:t>Test </a:t>
            </a: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Split</a:t>
            </a:r>
            <a:endParaRPr lang="en-US" sz="1950" dirty="0"/>
          </a:p>
        </p:txBody>
      </p:sp>
      <p:sp>
        <p:nvSpPr>
          <p:cNvPr id="23" name="Text 21"/>
          <p:cNvSpPr/>
          <p:nvPr>
            <p:custDataLst>
              <p:tags r:id="rId20"/>
            </p:custDataLst>
          </p:nvPr>
        </p:nvSpPr>
        <p:spPr>
          <a:xfrm>
            <a:off x="793790" y="6816566"/>
            <a:ext cx="6422231" cy="3175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Dividing data into 80% for training and 20% for testing.</a:t>
            </a:r>
            <a:endParaRPr lang="en-US" sz="1550" dirty="0"/>
          </a:p>
        </p:txBody>
      </p:sp>
      <p:sp>
        <p:nvSpPr>
          <p:cNvPr id="24" name="Text 22"/>
          <p:cNvSpPr/>
          <p:nvPr>
            <p:custDataLst>
              <p:tags r:id="rId21"/>
            </p:custDataLst>
          </p:nvPr>
        </p:nvSpPr>
        <p:spPr>
          <a:xfrm>
            <a:off x="7414379" y="5928122"/>
            <a:ext cx="198358" cy="2480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Calibri" panose="020F0502020204030204" charset="0"/>
                <a:ea typeface="Inter Light" pitchFamily="34" charset="-122"/>
                <a:cs typeface="Calibri" panose="020F0502020204030204" charset="0"/>
              </a:rPr>
              <a:t>06</a:t>
            </a:r>
            <a:endParaRPr lang="en-US" sz="1550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25" name="Shape 23"/>
          <p:cNvSpPr/>
          <p:nvPr>
            <p:custDataLst>
              <p:tags r:id="rId22"/>
            </p:custDataLst>
          </p:nvPr>
        </p:nvSpPr>
        <p:spPr>
          <a:xfrm>
            <a:off x="7414379" y="6242447"/>
            <a:ext cx="6422231" cy="22860"/>
          </a:xfrm>
          <a:prstGeom prst="rect">
            <a:avLst/>
          </a:prstGeom>
          <a:solidFill>
            <a:srgbClr val="4950BC"/>
          </a:solidFill>
        </p:spPr>
      </p:sp>
      <p:sp>
        <p:nvSpPr>
          <p:cNvPr id="26" name="Text 24"/>
          <p:cNvSpPr/>
          <p:nvPr>
            <p:custDataLst>
              <p:tags r:id="rId23"/>
            </p:custDataLst>
          </p:nvPr>
        </p:nvSpPr>
        <p:spPr>
          <a:xfrm>
            <a:off x="7414379" y="6387346"/>
            <a:ext cx="2480905" cy="31015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Calibri" panose="020F0502020204030204" charset="0"/>
                <a:ea typeface="Inter Bold" pitchFamily="34" charset="-122"/>
                <a:cs typeface="Calibri" panose="020F0502020204030204" charset="0"/>
              </a:rPr>
              <a:t>Model Pipelines</a:t>
            </a:r>
            <a:endParaRPr lang="en-US" sz="1950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27" name="Text 25"/>
          <p:cNvSpPr/>
          <p:nvPr>
            <p:custDataLst>
              <p:tags r:id="rId24"/>
            </p:custDataLst>
          </p:nvPr>
        </p:nvSpPr>
        <p:spPr>
          <a:xfrm>
            <a:off x="7414379" y="6816566"/>
            <a:ext cx="6422231" cy="3175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Creating integrated pipelines for each machine learning model.</a:t>
            </a:r>
            <a:endParaRPr lang="en-US" sz="1550" dirty="0"/>
          </a:p>
        </p:txBody>
      </p:sp>
      <p:sp>
        <p:nvSpPr>
          <p:cNvPr id="28" name="Rectangles 27"/>
          <p:cNvSpPr/>
          <p:nvPr/>
        </p:nvSpPr>
        <p:spPr>
          <a:xfrm>
            <a:off x="12854940" y="7747000"/>
            <a:ext cx="1661795" cy="4279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9975" y="501863"/>
            <a:ext cx="4961811" cy="62007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Calibri" panose="020F0502020204030204" charset="0"/>
                <a:ea typeface="Inter Bold" pitchFamily="34" charset="-122"/>
                <a:cs typeface="Calibri" panose="020F0502020204030204" charset="0"/>
              </a:rPr>
              <a:t>Classifiers Used</a:t>
            </a:r>
            <a:endParaRPr lang="en-US" sz="3900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59975" y="1655274"/>
            <a:ext cx="13042821" cy="63507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We employed a range of machine learning classifiers, each with distinct characteristics, to predict the district grades. This diverse selection allows for a comprehensive evaluation of predictive performance.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659978" y="2800846"/>
            <a:ext cx="13042821" cy="3187303"/>
          </a:xfrm>
          <a:prstGeom prst="roundRect">
            <a:avLst>
              <a:gd name="adj" fmla="val 2615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7598" y="2808466"/>
            <a:ext cx="13027581" cy="570905"/>
          </a:xfrm>
          <a:prstGeom prst="rect">
            <a:avLst/>
          </a:prstGeom>
          <a:solidFill>
            <a:srgbClr val="FFFFFF">
              <a:alpha val="4000"/>
            </a:srgbClr>
          </a:solidFill>
        </p:spPr>
      </p:sp>
      <p:sp>
        <p:nvSpPr>
          <p:cNvPr id="6" name="Text 4"/>
          <p:cNvSpPr/>
          <p:nvPr/>
        </p:nvSpPr>
        <p:spPr>
          <a:xfrm>
            <a:off x="865956" y="2935148"/>
            <a:ext cx="6113264" cy="3175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Decision Tree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383556" y="2935148"/>
            <a:ext cx="6113264" cy="3175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Simple rule-based model for classification.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667598" y="3379370"/>
            <a:ext cx="13027581" cy="570905"/>
          </a:xfrm>
          <a:prstGeom prst="rect">
            <a:avLst/>
          </a:prstGeom>
          <a:solidFill>
            <a:srgbClr val="000000">
              <a:alpha val="4000"/>
            </a:srgbClr>
          </a:solidFill>
        </p:spPr>
      </p:sp>
      <p:sp>
        <p:nvSpPr>
          <p:cNvPr id="9" name="Text 7"/>
          <p:cNvSpPr/>
          <p:nvPr/>
        </p:nvSpPr>
        <p:spPr>
          <a:xfrm>
            <a:off x="865956" y="3506053"/>
            <a:ext cx="6113264" cy="3175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Random Forest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7383556" y="3506053"/>
            <a:ext cx="6113264" cy="3175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Ensemble of multiple decision trees (bagging technique).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667598" y="3950275"/>
            <a:ext cx="13027581" cy="570905"/>
          </a:xfrm>
          <a:prstGeom prst="rect">
            <a:avLst/>
          </a:prstGeom>
          <a:solidFill>
            <a:srgbClr val="FFFFFF">
              <a:alpha val="4000"/>
            </a:srgbClr>
          </a:solidFill>
        </p:spPr>
      </p:sp>
      <p:sp>
        <p:nvSpPr>
          <p:cNvPr id="12" name="Text 10"/>
          <p:cNvSpPr/>
          <p:nvPr/>
        </p:nvSpPr>
        <p:spPr>
          <a:xfrm>
            <a:off x="865956" y="4076958"/>
            <a:ext cx="6113264" cy="3175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Gradient Boosting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7383556" y="4076958"/>
            <a:ext cx="6113264" cy="3175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Sequential boosting model that builds trees iteratively.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667598" y="4521180"/>
            <a:ext cx="13027581" cy="570905"/>
          </a:xfrm>
          <a:prstGeom prst="rect">
            <a:avLst/>
          </a:prstGeom>
          <a:solidFill>
            <a:srgbClr val="000000">
              <a:alpha val="4000"/>
            </a:srgbClr>
          </a:solidFill>
        </p:spPr>
      </p:sp>
      <p:sp>
        <p:nvSpPr>
          <p:cNvPr id="15" name="Text 13"/>
          <p:cNvSpPr/>
          <p:nvPr/>
        </p:nvSpPr>
        <p:spPr>
          <a:xfrm>
            <a:off x="865956" y="4647862"/>
            <a:ext cx="6113264" cy="3175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XGBoost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7383556" y="4647862"/>
            <a:ext cx="6113264" cy="3175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Advanced, regularised boosting algorithm for performance.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667598" y="5092084"/>
            <a:ext cx="13027581" cy="888444"/>
          </a:xfrm>
          <a:prstGeom prst="rect">
            <a:avLst/>
          </a:prstGeom>
          <a:solidFill>
            <a:srgbClr val="FFFFFF">
              <a:alpha val="4000"/>
            </a:srgbClr>
          </a:solidFill>
        </p:spPr>
      </p:sp>
      <p:sp>
        <p:nvSpPr>
          <p:cNvPr id="18" name="Text 16"/>
          <p:cNvSpPr/>
          <p:nvPr/>
        </p:nvSpPr>
        <p:spPr>
          <a:xfrm>
            <a:off x="865956" y="5218767"/>
            <a:ext cx="6113264" cy="3175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Stacking Classifier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7383556" y="5218767"/>
            <a:ext cx="6113264" cy="63507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Combines predictions from multiple models with a meta-learner (logistic regression).</a:t>
            </a:r>
            <a:endParaRPr lang="en-US" sz="1550" dirty="0"/>
          </a:p>
        </p:txBody>
      </p:sp>
      <p:sp>
        <p:nvSpPr>
          <p:cNvPr id="20" name="Rectangles 19"/>
          <p:cNvSpPr/>
          <p:nvPr/>
        </p:nvSpPr>
        <p:spPr>
          <a:xfrm>
            <a:off x="12854940" y="7747000"/>
            <a:ext cx="1661795" cy="4279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1390" y="779478"/>
            <a:ext cx="4961811" cy="62007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Calibri" panose="020F0502020204030204" charset="0"/>
                <a:ea typeface="Inter Bold" pitchFamily="34" charset="-122"/>
                <a:cs typeface="Calibri" panose="020F0502020204030204" charset="0"/>
              </a:rPr>
              <a:t>Model Accuracies</a:t>
            </a:r>
            <a:endParaRPr lang="en-US" sz="3900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1390" y="1594460"/>
            <a:ext cx="13042821" cy="3175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Evaluating the performance of each classifier, Random Forest emerged as the top performer with the highest accuracy score.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-737830" y="4545251"/>
            <a:ext cx="13027581" cy="570905"/>
          </a:xfrm>
          <a:prstGeom prst="rect">
            <a:avLst/>
          </a:prstGeom>
          <a:solidFill>
            <a:srgbClr val="FFFFFF">
              <a:alpha val="4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517368" y="5876687"/>
            <a:ext cx="6113264" cy="3175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endParaRPr lang="en-US" sz="1550" dirty="0"/>
          </a:p>
        </p:txBody>
      </p:sp>
      <p:sp>
        <p:nvSpPr>
          <p:cNvPr id="38" name="Rectangles 37"/>
          <p:cNvSpPr/>
          <p:nvPr/>
        </p:nvSpPr>
        <p:spPr>
          <a:xfrm>
            <a:off x="12854940" y="7747000"/>
            <a:ext cx="1661795" cy="4279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DE864A3-1DE9-C0A5-44F8-DC38AB3A26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5064" y="2130576"/>
            <a:ext cx="5520540" cy="3688558"/>
          </a:xfrm>
          <a:prstGeom prst="rect">
            <a:avLst/>
          </a:prstGeom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6EDEFCB-07A1-01DA-E0E5-61472125CB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8757897"/>
              </p:ext>
            </p:extLst>
          </p:nvPr>
        </p:nvGraphicFramePr>
        <p:xfrm>
          <a:off x="910682" y="2597774"/>
          <a:ext cx="6404518" cy="27213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86953">
                  <a:extLst>
                    <a:ext uri="{9D8B030D-6E8A-4147-A177-3AD203B41FA5}">
                      <a16:colId xmlns:a16="http://schemas.microsoft.com/office/drawing/2014/main" val="2340130693"/>
                    </a:ext>
                  </a:extLst>
                </a:gridCol>
                <a:gridCol w="3217565">
                  <a:extLst>
                    <a:ext uri="{9D8B030D-6E8A-4147-A177-3AD203B41FA5}">
                      <a16:colId xmlns:a16="http://schemas.microsoft.com/office/drawing/2014/main" val="3264127187"/>
                    </a:ext>
                  </a:extLst>
                </a:gridCol>
              </a:tblGrid>
              <a:tr h="41351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Models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Accuracy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551204"/>
                  </a:ext>
                </a:extLst>
              </a:tr>
              <a:tr h="56381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Random Forest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78.8%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7440872"/>
                  </a:ext>
                </a:extLst>
              </a:tr>
              <a:tr h="41351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Decision Tree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71.5%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1263458"/>
                  </a:ext>
                </a:extLst>
              </a:tr>
              <a:tr h="50349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Gradient Boosting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75.6%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5516018"/>
                  </a:ext>
                </a:extLst>
              </a:tr>
              <a:tr h="413512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XGBoost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77.9%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7457367"/>
                  </a:ext>
                </a:extLst>
              </a:tr>
              <a:tr h="41351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Stacking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78.8%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3865020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CCB18656-D128-04EC-3105-A872F311D45D}"/>
              </a:ext>
            </a:extLst>
          </p:cNvPr>
          <p:cNvSpPr txBox="1"/>
          <p:nvPr/>
        </p:nvSpPr>
        <p:spPr>
          <a:xfrm>
            <a:off x="910682" y="6063126"/>
            <a:ext cx="640451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Key Observations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Accuracy drops at </a:t>
            </a:r>
            <a:r>
              <a:rPr lang="en-US" b="1" dirty="0"/>
              <a:t>Decision Tree (71%)</a:t>
            </a:r>
            <a:r>
              <a:rPr lang="en-US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Then steadily increases with advanced models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Gradient Boosting → 76%</a:t>
            </a:r>
            <a:r>
              <a:rPr lang="en-US" dirty="0"/>
              <a:t>, </a:t>
            </a:r>
            <a:r>
              <a:rPr lang="en-US" b="1" dirty="0" err="1"/>
              <a:t>XGBoost</a:t>
            </a:r>
            <a:r>
              <a:rPr lang="en-US" b="1" dirty="0"/>
              <a:t> → 78%</a:t>
            </a:r>
            <a:r>
              <a:rPr lang="en-US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Highest accuracy achieved by </a:t>
            </a:r>
            <a:r>
              <a:rPr lang="en-US" b="1" dirty="0"/>
              <a:t>Random Forest &amp; Stacking (~79%)</a:t>
            </a:r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9B90C75-E7DB-10CD-04E0-3C2D9861F9BF}"/>
              </a:ext>
            </a:extLst>
          </p:cNvPr>
          <p:cNvSpPr txBox="1"/>
          <p:nvPr/>
        </p:nvSpPr>
        <p:spPr>
          <a:xfrm>
            <a:off x="7740391" y="6463468"/>
            <a:ext cx="699936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Insight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Advanced and ensemble models improve accuracy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There is a clear upward trend after using boosting and stacking techniques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32F2F1E-C698-A22C-605A-251F5B054D22}"/>
              </a:ext>
            </a:extLst>
          </p:cNvPr>
          <p:cNvSpPr txBox="1"/>
          <p:nvPr/>
        </p:nvSpPr>
        <p:spPr>
          <a:xfrm>
            <a:off x="8999033" y="5847192"/>
            <a:ext cx="35798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u="sng" dirty="0">
                <a:sym typeface="+mn-ea"/>
              </a:rPr>
              <a:t>Fig: Accuracy trend Across Models</a:t>
            </a:r>
            <a:endParaRPr lang="en-US" b="1" u="sng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9114" y="675084"/>
            <a:ext cx="5798225" cy="59590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750" b="1" dirty="0">
                <a:solidFill>
                  <a:srgbClr val="000000"/>
                </a:solidFill>
                <a:latin typeface="Calibri" panose="020F0502020204030204" charset="0"/>
                <a:ea typeface="Inter Bold" pitchFamily="34" charset="-122"/>
                <a:cs typeface="Calibri" panose="020F0502020204030204" charset="0"/>
              </a:rPr>
              <a:t>Code Snippets Explained</a:t>
            </a:r>
            <a:endParaRPr lang="en-US" sz="3750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6249114" y="1556980"/>
            <a:ext cx="7618571" cy="61031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Understanding the underlying code for preprocessing and model execution is key to appreciating the pipeline's functionality.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6249114" y="2516590"/>
            <a:ext cx="2860477" cy="35754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Calibri" panose="020F0502020204030204" charset="0"/>
                <a:ea typeface="Inter Bold" pitchFamily="34" charset="-122"/>
                <a:cs typeface="Calibri" panose="020F0502020204030204" charset="0"/>
              </a:rPr>
              <a:t>Preprocessing Code</a:t>
            </a:r>
            <a:endParaRPr lang="en-US" sz="2250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10298668" y="2572345"/>
            <a:ext cx="2860477" cy="35754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Calibri" panose="020F0502020204030204" charset="0"/>
                <a:ea typeface="Inter Bold" pitchFamily="34" charset="-122"/>
                <a:cs typeface="Calibri" panose="020F0502020204030204" charset="0"/>
              </a:rPr>
              <a:t>Model Code</a:t>
            </a:r>
            <a:endParaRPr lang="en-US" sz="2250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21" name="Rectangles 20"/>
          <p:cNvSpPr/>
          <p:nvPr/>
        </p:nvSpPr>
        <p:spPr>
          <a:xfrm>
            <a:off x="12854940" y="7747000"/>
            <a:ext cx="1661795" cy="4279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4EDFCC4-0F9C-10E4-7B17-0F563EFFBF03}"/>
              </a:ext>
            </a:extLst>
          </p:cNvPr>
          <p:cNvSpPr txBox="1"/>
          <p:nvPr/>
        </p:nvSpPr>
        <p:spPr>
          <a:xfrm>
            <a:off x="6249114" y="2893665"/>
            <a:ext cx="3769112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Data Loading: </a:t>
            </a:r>
            <a:r>
              <a:rPr lang="en-IN" dirty="0"/>
              <a:t>Reads CSV files with encoding handling (utf-8 / latin1 fallback)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Column Cleaning: </a:t>
            </a:r>
            <a:r>
              <a:rPr lang="en-IN" dirty="0"/>
              <a:t>Removes unwanted characters (ï»¿, \n, spaces)</a:t>
            </a:r>
          </a:p>
          <a:p>
            <a:r>
              <a:rPr lang="en-IN" dirty="0"/>
              <a:t>     Standardizes column names</a:t>
            </a:r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 Column Renaming: </a:t>
            </a:r>
            <a:r>
              <a:rPr lang="en-IN" dirty="0"/>
              <a:t>Dynamically maps inconsistent column names</a:t>
            </a:r>
          </a:p>
          <a:p>
            <a:r>
              <a:rPr lang="en-IN" dirty="0"/>
              <a:t>      (e.g., "</a:t>
            </a:r>
            <a:r>
              <a:rPr lang="en-IN" dirty="0" err="1"/>
              <a:t>if&amp;se</a:t>
            </a:r>
            <a:r>
              <a:rPr lang="en-IN" dirty="0"/>
              <a:t>" → "IFSE")</a:t>
            </a:r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Column Selection: </a:t>
            </a:r>
            <a:r>
              <a:rPr lang="en-IN" dirty="0"/>
              <a:t>Keeps only required features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 Feature Addition: </a:t>
            </a:r>
            <a:r>
              <a:rPr lang="en-IN" dirty="0"/>
              <a:t>Adds Year column manually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C9F96D5-649D-6FA4-0249-69FEEF280E7F}"/>
              </a:ext>
            </a:extLst>
          </p:cNvPr>
          <p:cNvSpPr txBox="1"/>
          <p:nvPr/>
        </p:nvSpPr>
        <p:spPr>
          <a:xfrm>
            <a:off x="10212364" y="2929890"/>
            <a:ext cx="4304371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Model Training</a:t>
            </a:r>
          </a:p>
          <a:p>
            <a:pPr marL="342900" indent="-342900">
              <a:buFont typeface="+mj-lt"/>
              <a:buAutoNum type="alphaLcPeriod"/>
            </a:pPr>
            <a:r>
              <a:rPr lang="en-IN" dirty="0"/>
              <a:t>Data split into training and testing sets</a:t>
            </a:r>
          </a:p>
          <a:p>
            <a:pPr marL="342900" indent="-342900">
              <a:buFont typeface="+mj-lt"/>
              <a:buAutoNum type="alphaLcPeriod"/>
            </a:pPr>
            <a:r>
              <a:rPr lang="en-IN" dirty="0"/>
              <a:t>Multiple models used (Random Forest, Gradient Boosting, </a:t>
            </a:r>
            <a:r>
              <a:rPr lang="en-IN" dirty="0" err="1"/>
              <a:t>XGBoost</a:t>
            </a:r>
            <a:r>
              <a:rPr lang="en-IN" dirty="0"/>
              <a:t>)</a:t>
            </a:r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 </a:t>
            </a:r>
            <a:r>
              <a:rPr lang="en-IN" b="1" dirty="0"/>
              <a:t>Model Execution</a:t>
            </a:r>
          </a:p>
          <a:p>
            <a:pPr marL="342900" indent="-342900">
              <a:buFont typeface="+mj-lt"/>
              <a:buAutoNum type="alphaLcPeriod"/>
            </a:pPr>
            <a:r>
              <a:rPr lang="en-IN" dirty="0" err="1"/>
              <a:t>model.fit</a:t>
            </a:r>
            <a:r>
              <a:rPr lang="en-IN" dirty="0"/>
              <a:t>() trains the model</a:t>
            </a:r>
          </a:p>
          <a:p>
            <a:pPr marL="342900" indent="-342900">
              <a:buFont typeface="+mj-lt"/>
              <a:buAutoNum type="alphaLcPeriod"/>
            </a:pPr>
            <a:r>
              <a:rPr lang="en-IN" dirty="0" err="1"/>
              <a:t>model.predict</a:t>
            </a:r>
            <a:r>
              <a:rPr lang="en-IN" dirty="0"/>
              <a:t>() generates predictions</a:t>
            </a:r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 </a:t>
            </a:r>
            <a:r>
              <a:rPr lang="en-IN" b="1" dirty="0"/>
              <a:t>Feature Engineering</a:t>
            </a:r>
          </a:p>
          <a:p>
            <a:pPr marL="342900" indent="-342900">
              <a:buFont typeface="+mj-lt"/>
              <a:buAutoNum type="alphaLcPeriod"/>
            </a:pPr>
            <a:r>
              <a:rPr lang="en-IN" dirty="0"/>
              <a:t>Lag features used for time-based prediction</a:t>
            </a:r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 </a:t>
            </a:r>
            <a:r>
              <a:rPr lang="en-IN" b="1" dirty="0"/>
              <a:t>Evaluation Metrics</a:t>
            </a:r>
          </a:p>
          <a:p>
            <a:pPr marL="342900" indent="-342900">
              <a:buFont typeface="+mj-lt"/>
              <a:buAutoNum type="alphaLcPeriod"/>
            </a:pPr>
            <a:r>
              <a:rPr lang="en-IN" dirty="0"/>
              <a:t>Accuracy score</a:t>
            </a:r>
          </a:p>
          <a:p>
            <a:pPr marL="342900" indent="-342900">
              <a:buFont typeface="+mj-lt"/>
              <a:buAutoNum type="alphaLcPeriod"/>
            </a:pPr>
            <a:r>
              <a:rPr lang="en-IN" dirty="0"/>
              <a:t>Classification report</a:t>
            </a:r>
          </a:p>
          <a:p>
            <a:r>
              <a:rPr lang="en-IN" dirty="0"/>
              <a:t>Confusion matrix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/>
          <p:nvPr/>
        </p:nvPicPr>
        <p:blipFill>
          <a:blip r:embed="rId3"/>
          <a:stretch>
            <a:fillRect/>
          </a:stretch>
        </p:blipFill>
        <p:spPr>
          <a:xfrm>
            <a:off x="0" y="367422"/>
            <a:ext cx="6083300" cy="287464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621863"/>
            <a:ext cx="6278047" cy="62007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600" b="1" dirty="0">
                <a:solidFill>
                  <a:srgbClr val="000000"/>
                </a:solidFill>
                <a:latin typeface="Calibri" panose="020F0502020204030204" charset="0"/>
                <a:ea typeface="Inter Bold" pitchFamily="34" charset="-122"/>
                <a:cs typeface="Calibri" panose="020F0502020204030204" charset="0"/>
              </a:rPr>
              <a:t>Conclusion &amp; Future Work</a:t>
            </a:r>
            <a:endParaRPr lang="en-US" sz="3600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6291765" y="1470147"/>
            <a:ext cx="7556421" cy="95261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Our analysis demonstrates the effectiveness of various ML models in predicting district grades, with Random Forest achieving the highest accuracy. However, there are avenues for further enhancement.</a:t>
            </a:r>
            <a:endParaRPr lang="en-US" sz="1550" dirty="0"/>
          </a:p>
        </p:txBody>
      </p:sp>
      <p:sp>
        <p:nvSpPr>
          <p:cNvPr id="5" name="Shape 2"/>
          <p:cNvSpPr/>
          <p:nvPr/>
        </p:nvSpPr>
        <p:spPr>
          <a:xfrm>
            <a:off x="6280190" y="2599708"/>
            <a:ext cx="3679031" cy="1476256"/>
          </a:xfrm>
          <a:prstGeom prst="roundRect">
            <a:avLst>
              <a:gd name="adj" fmla="val 32267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86168" y="2805687"/>
            <a:ext cx="2480905" cy="31015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Calibri" panose="020F0502020204030204" charset="0"/>
                <a:ea typeface="Inter Bold" pitchFamily="34" charset="-122"/>
                <a:cs typeface="Calibri" panose="020F0502020204030204" charset="0"/>
              </a:rPr>
              <a:t>Top Performer</a:t>
            </a:r>
            <a:endParaRPr lang="en-US" sz="1950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6486168" y="3188607"/>
            <a:ext cx="3267075" cy="63507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Random Forest achieved the highest accuracy of 79%.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10157579" y="2588133"/>
            <a:ext cx="3679031" cy="1476256"/>
          </a:xfrm>
          <a:prstGeom prst="roundRect">
            <a:avLst>
              <a:gd name="adj" fmla="val 32267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363557" y="2805687"/>
            <a:ext cx="2480905" cy="31015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Calibri" panose="020F0502020204030204" charset="0"/>
                <a:ea typeface="Inter Bold" pitchFamily="34" charset="-122"/>
                <a:cs typeface="Calibri" panose="020F0502020204030204" charset="0"/>
              </a:rPr>
              <a:t>Model Consistency</a:t>
            </a:r>
            <a:endParaRPr lang="en-US" sz="1950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10363557" y="3153882"/>
            <a:ext cx="3267075" cy="63507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All evaluated models performed consistently well.</a:t>
            </a:r>
            <a:endParaRPr lang="en-US" sz="1550" dirty="0"/>
          </a:p>
        </p:txBody>
      </p:sp>
      <p:sp>
        <p:nvSpPr>
          <p:cNvPr id="11" name="Shape 8"/>
          <p:cNvSpPr/>
          <p:nvPr/>
        </p:nvSpPr>
        <p:spPr>
          <a:xfrm>
            <a:off x="165877" y="3621672"/>
            <a:ext cx="5361900" cy="1386503"/>
          </a:xfrm>
          <a:prstGeom prst="roundRect">
            <a:avLst>
              <a:gd name="adj" fmla="val 4110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60745" y="3732237"/>
            <a:ext cx="2480905" cy="31015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Calibri" panose="020F0502020204030204" charset="0"/>
                <a:ea typeface="Inter Bold" pitchFamily="34" charset="-122"/>
                <a:cs typeface="Calibri" panose="020F0502020204030204" charset="0"/>
              </a:rPr>
              <a:t>Key Inspects:</a:t>
            </a:r>
            <a:endParaRPr lang="en-US" sz="1950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6486168" y="5025271"/>
            <a:ext cx="7144464" cy="3175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6322159" y="4400361"/>
            <a:ext cx="3097054" cy="3720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3200" b="1" dirty="0">
                <a:solidFill>
                  <a:srgbClr val="000000"/>
                </a:solidFill>
                <a:latin typeface="Calibri" panose="020F0502020204030204" charset="0"/>
                <a:ea typeface="Inter Bold" pitchFamily="34" charset="-122"/>
                <a:cs typeface="Calibri" panose="020F0502020204030204" charset="0"/>
              </a:rPr>
              <a:t>Future Plans:</a:t>
            </a:r>
            <a:endParaRPr lang="en-US" sz="3200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6291765" y="4854086"/>
            <a:ext cx="7556500" cy="3039848"/>
          </a:xfrm>
          <a:prstGeom prst="rect">
            <a:avLst/>
          </a:prstGeom>
          <a:noFill/>
        </p:spPr>
        <p:txBody>
          <a:bodyPr wrap="none" lIns="0" tIns="0" rIns="0" bIns="0" numCol="2" rtlCol="0" anchor="t"/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altLang="en-US" sz="2000" dirty="0"/>
              <a:t>Train and optimize the model using VS Code environment 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2000" dirty="0"/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altLang="en-US" sz="2000" dirty="0"/>
              <a:t>Integrate AI to provide smart suggestions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000" dirty="0"/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altLang="en-US" sz="2000" dirty="0"/>
              <a:t>Recommend policies and scholarships for underperforming districts/states 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altLang="en-US" sz="2000" dirty="0"/>
              <a:t>Develop a full-stack application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000" dirty="0"/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altLang="en-US" sz="2000" dirty="0"/>
              <a:t>Interactive dashboard for data visualization and insights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000" dirty="0"/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altLang="en-US" sz="2000" dirty="0"/>
              <a:t>Use cross-validation to make the evaluation more reliable.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00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endParaRPr lang="en-US" sz="2000" dirty="0"/>
          </a:p>
        </p:txBody>
      </p:sp>
      <p:pic>
        <p:nvPicPr>
          <p:cNvPr id="19" name="Picture 18"/>
          <p:cNvPicPr/>
          <p:nvPr/>
        </p:nvPicPr>
        <p:blipFill>
          <a:blip r:embed="rId4"/>
          <a:stretch>
            <a:fillRect/>
          </a:stretch>
        </p:blipFill>
        <p:spPr>
          <a:xfrm>
            <a:off x="113665" y="5278953"/>
            <a:ext cx="5668010" cy="2950648"/>
          </a:xfrm>
          <a:prstGeom prst="rect">
            <a:avLst/>
          </a:prstGeom>
        </p:spPr>
      </p:pic>
      <p:sp>
        <p:nvSpPr>
          <p:cNvPr id="21" name="Rectangles 20"/>
          <p:cNvSpPr/>
          <p:nvPr/>
        </p:nvSpPr>
        <p:spPr>
          <a:xfrm>
            <a:off x="12854940" y="7747000"/>
            <a:ext cx="1661795" cy="4279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4535712-858F-BEE7-5670-34A7FD25DEF8}"/>
              </a:ext>
            </a:extLst>
          </p:cNvPr>
          <p:cNvSpPr txBox="1"/>
          <p:nvPr/>
        </p:nvSpPr>
        <p:spPr>
          <a:xfrm>
            <a:off x="478140" y="3773740"/>
            <a:ext cx="504963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Model performance is consistent across different techniques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Accuracy is limited by dataset size and quality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dirty="0">
              <a:latin typeface="Arial" panose="020B0604020202020204" pitchFamily="34" charset="0"/>
            </a:endParaRPr>
          </a:p>
          <a:p>
            <a:endParaRPr lang="en-IN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/>
          <p:nvPr/>
        </p:nvPicPr>
        <p:blipFill>
          <a:blip r:embed="rId3"/>
          <a:stretch>
            <a:fillRect/>
          </a:stretch>
        </p:blipFill>
        <p:spPr>
          <a:xfrm>
            <a:off x="4338320" y="974725"/>
            <a:ext cx="6076315" cy="5635625"/>
          </a:xfrm>
          <a:prstGeom prst="rect">
            <a:avLst/>
          </a:prstGeom>
        </p:spPr>
      </p:pic>
      <p:sp>
        <p:nvSpPr>
          <p:cNvPr id="11" name="Rectangles 10"/>
          <p:cNvSpPr/>
          <p:nvPr/>
        </p:nvSpPr>
        <p:spPr>
          <a:xfrm>
            <a:off x="12854940" y="7747000"/>
            <a:ext cx="1661795" cy="4279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990*385"/>
  <p:tag name="TABLE_ENDDRAG_RECT" val="80*145*990*38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5531496062992,&quot;left&quot;:62.50314960629921,&quot;top&quot;:222.18748031496062,&quot;width&quot;:1026.9937007874018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5531496062992,&quot;left&quot;:62.50314960629921,&quot;top&quot;:222.18748031496062,&quot;width&quot;:1026.9937007874018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5531496062992,&quot;left&quot;:62.50314960629921,&quot;top&quot;:222.18748031496062,&quot;width&quot;:1026.9937007874018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5531496062992,&quot;left&quot;:62.50314960629921,&quot;top&quot;:222.18748031496062,&quot;width&quot;:1026.9937007874018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5531496062992,&quot;left&quot;:62.50314960629921,&quot;top&quot;:222.18748031496062,&quot;width&quot;:1026.9937007874018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5531496062992,&quot;left&quot;:62.50314960629921,&quot;top&quot;:222.18748031496062,&quot;width&quot;:1026.9937007874018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5531496062992,&quot;left&quot;:62.50314960629921,&quot;top&quot;:222.18748031496062,&quot;width&quot;:1026.9937007874018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5531496062992,&quot;left&quot;:62.50314960629921,&quot;top&quot;:222.18748031496062,&quot;width&quot;:1026.9937007874018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5531496062992,&quot;left&quot;:62.50314960629921,&quot;top&quot;:222.18748031496062,&quot;width&quot;:1026.9937007874018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5531496062992,&quot;left&quot;:62.50314960629921,&quot;top&quot;:222.18748031496062,&quot;width&quot;:1026.9937007874018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5531496062992,&quot;left&quot;:62.50314960629921,&quot;top&quot;:222.18748031496062,&quot;width&quot;:1026.9937007874018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5531496062992,&quot;left&quot;:62.50314960629921,&quot;top&quot;:222.18748031496062,&quot;width&quot;:1026.9937007874018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5531496062992,&quot;left&quot;:62.50314960629921,&quot;top&quot;:222.18748031496062,&quot;width&quot;:1026.9937007874018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5531496062992,&quot;left&quot;:62.50314960629921,&quot;top&quot;:222.18748031496062,&quot;width&quot;:1026.9937007874018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5531496062992,&quot;left&quot;:62.50314960629921,&quot;top&quot;:222.18748031496062,&quot;width&quot;:1026.9937007874018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5531496062992,&quot;left&quot;:62.50314960629921,&quot;top&quot;:222.18748031496062,&quot;width&quot;:1026.9937007874018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5531496062992,&quot;left&quot;:62.50314960629921,&quot;top&quot;:222.18748031496062,&quot;width&quot;:1026.9937007874018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5531496062992,&quot;left&quot;:62.50314960629921,&quot;top&quot;:222.18748031496062,&quot;width&quot;:1026.9937007874018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5531496062992,&quot;left&quot;:62.50314960629921,&quot;top&quot;:222.18748031496062,&quot;width&quot;:1026.9937007874018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5531496062992,&quot;left&quot;:62.50314960629921,&quot;top&quot;:222.18748031496062,&quot;width&quot;:1026.9937007874018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5531496062992,&quot;left&quot;:62.50314960629921,&quot;top&quot;:222.18748031496062,&quot;width&quot;:1026.9937007874018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5531496062992,&quot;left&quot;:62.50314960629921,&quot;top&quot;:222.18748031496062,&quot;width&quot;:1026.9937007874018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5531496062992,&quot;left&quot;:62.50314960629921,&quot;top&quot;:222.18748031496062,&quot;width&quot;:1026.9937007874018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5531496062992,&quot;left&quot;:62.50314960629921,&quot;top&quot;:222.18748031496062,&quot;width&quot;:1026.9937007874018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999</TotalTime>
  <Words>1705</Words>
  <Application>Microsoft Office PowerPoint</Application>
  <PresentationFormat>Custom</PresentationFormat>
  <Paragraphs>284</Paragraphs>
  <Slides>17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Calibri</vt:lpstr>
      <vt:lpstr>Courier New</vt:lpstr>
      <vt:lpstr>Inter Bold</vt:lpstr>
      <vt:lpstr>Bodoni MT</vt:lpstr>
      <vt:lpstr>Inter</vt:lpstr>
      <vt:lpstr>Aptos Narrow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hp</dc:creator>
  <cp:lastModifiedBy>Ph. Angamba Singha</cp:lastModifiedBy>
  <cp:revision>14</cp:revision>
  <dcterms:created xsi:type="dcterms:W3CDTF">2025-12-04T05:42:00Z</dcterms:created>
  <dcterms:modified xsi:type="dcterms:W3CDTF">2026-03-31T09:19:18Z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E301C3C359D5438E904D6DAD908CE8A6_13</vt:lpwstr>
  </property>
  <property fmtid="{D5CDD505-2E9C-101B-9397-08002B2CF9AE}" pid="3" name="KSOProductBuildVer">
    <vt:lpwstr>1033-12.2.0.23155</vt:lpwstr>
  </property>
</Properties>
</file>